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114800" cy="4114800"/>
          </a:xfrm>
          <a:prstGeom prst="ellipse">
            <a:avLst/>
          </a:prstGeom>
          <a:solidFill>
            <a:srgbClr val="4950BC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206240"/>
            <a:ext cx="3840480" cy="3840480"/>
          </a:xfrm>
          <a:prstGeom prst="ellipse">
            <a:avLst/>
          </a:prstGeom>
          <a:solidFill>
            <a:srgbClr val="3B5BDB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68580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3B5BD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858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04 · DAY 36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with a Database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AD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Create/Read/Update/Delete endpoints backed by MySQL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3611880"/>
            <a:ext cx="8503920" cy="502920"/>
          </a:xfrm>
          <a:prstGeom prst="roundRect">
            <a:avLst>
              <a:gd name="adj" fmla="val 14545"/>
            </a:avLst>
          </a:prstGeom>
          <a:solidFill>
            <a:srgbClr val="4950BC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611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Today: db.py + all 4 CRUD endpoints, tested end to end in Postman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5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AI Developer Program · Innolift Ventures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E8ECF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CONCEPT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Verbs Every API Speaks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backend you'll ever build — including your individual project — is some version of these four operations.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F5F5F7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2423160"/>
            <a:ext cx="2240280" cy="384048"/>
          </a:xfrm>
          <a:prstGeom prst="roundRect">
            <a:avLst>
              <a:gd name="adj" fmla="val 14286"/>
            </a:avLst>
          </a:prstGeom>
          <a:solidFill>
            <a:srgbClr val="2F9E44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42316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9718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33832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new row to the table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83280" y="219456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F5F5F7"/>
          </a:solidFill>
          <a:ln/>
        </p:spPr>
      </p:sp>
      <p:sp>
        <p:nvSpPr>
          <p:cNvPr id="12" name="Shape 10"/>
          <p:cNvSpPr/>
          <p:nvPr/>
        </p:nvSpPr>
        <p:spPr>
          <a:xfrm>
            <a:off x="3566160" y="2423160"/>
            <a:ext cx="2240280" cy="384048"/>
          </a:xfrm>
          <a:prstGeom prst="roundRect">
            <a:avLst>
              <a:gd name="adj" fmla="val 14286"/>
            </a:avLst>
          </a:prstGeom>
          <a:solidFill>
            <a:srgbClr val="3B5BDB"/>
          </a:solidFill>
          <a:ln/>
        </p:spPr>
      </p:sp>
      <p:sp>
        <p:nvSpPr>
          <p:cNvPr id="13" name="Text 11"/>
          <p:cNvSpPr/>
          <p:nvPr/>
        </p:nvSpPr>
        <p:spPr>
          <a:xfrm>
            <a:off x="3566160" y="242316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66160" y="29718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566160" y="33832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one row or every row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219456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F5F5F7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0" y="2423160"/>
            <a:ext cx="2240280" cy="384048"/>
          </a:xfrm>
          <a:prstGeom prst="roundRect">
            <a:avLst>
              <a:gd name="adj" fmla="val 14286"/>
            </a:avLst>
          </a:prstGeom>
          <a:solidFill>
            <a:srgbClr val="E8912B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242316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0" y="29718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0" y="33832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an existing row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052560" y="219456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F5F5F7"/>
          </a:solidFill>
          <a:ln/>
        </p:spPr>
      </p:sp>
      <p:sp>
        <p:nvSpPr>
          <p:cNvPr id="22" name="Shape 20"/>
          <p:cNvSpPr/>
          <p:nvPr/>
        </p:nvSpPr>
        <p:spPr>
          <a:xfrm>
            <a:off x="9235440" y="2423160"/>
            <a:ext cx="2240280" cy="384048"/>
          </a:xfrm>
          <a:prstGeom prst="roundRect">
            <a:avLst>
              <a:gd name="adj" fmla="val 14286"/>
            </a:avLst>
          </a:prstGeom>
          <a:solidFill>
            <a:srgbClr val="D6455A"/>
          </a:solidFill>
          <a:ln/>
        </p:spPr>
      </p:sp>
      <p:sp>
        <p:nvSpPr>
          <p:cNvPr id="23" name="Text 21"/>
          <p:cNvSpPr/>
          <p:nvPr/>
        </p:nvSpPr>
        <p:spPr>
          <a:xfrm>
            <a:off x="9235440" y="242316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235440" y="29718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235440" y="33832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 row permanently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FULL STACK AI DEVELOPER PROGRAM  ·  PHASE 04 · DAY 36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108960" cy="347472"/>
          </a:xfrm>
          <a:prstGeom prst="roundRect">
            <a:avLst>
              <a:gd name="adj" fmla="val 21053"/>
            </a:avLst>
          </a:prstGeom>
          <a:solidFill>
            <a:srgbClr val="E8ECF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+ CREATE / READ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db.py + the First Two Endpoints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flask mysql-connector-python — then run schema.sql before starting the app.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11091672" cy="3931920"/>
          </a:xfrm>
          <a:prstGeom prst="roundRect">
            <a:avLst>
              <a:gd name="adj" fmla="val 1395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224942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224942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115568" y="224942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487168"/>
            <a:ext cx="10543032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db.py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2704795"/>
            <a:ext cx="10543032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mysql.connector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2922422"/>
            <a:ext cx="10543032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get_connection():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3140050"/>
            <a:ext cx="10543032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mysql.connector.connect(host=</a:t>
            </a:r>
            <a:pPr indent="0" marL="0">
              <a:buNone/>
            </a:pPr>
            <a:r>
              <a:rPr lang="en-US" sz="1300" dirty="0">
                <a:solidFill>
                  <a:srgbClr val="F2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"localhost"</a:t>
            </a:r>
            <a:pPr indent="0" marL="0">
              <a:buNone/>
            </a:pPr>
            <a:r>
              <a:rPr lang="en-US" sz="130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...)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3357677"/>
            <a:ext cx="10543032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3575304"/>
            <a:ext cx="10543032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app.py — CREATE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3792931"/>
            <a:ext cx="10543032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@app.route("/items", methods=["POST"])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4010558"/>
            <a:ext cx="10543032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create_item():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4228186"/>
            <a:ext cx="10543032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 = request.get_json()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4445813"/>
            <a:ext cx="10543032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cursor.execute("INSERT INTO items (name, description, price) VALUES (%s,%s,%s)", ...)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4663440"/>
            <a:ext cx="10543032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" y="4881067"/>
            <a:ext cx="10543032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app.py — READ (all)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5098694"/>
            <a:ext cx="10543032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@app.route("/items", methods=["GET"])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" y="5316322"/>
            <a:ext cx="10543032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get_items():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2960" y="5533949"/>
            <a:ext cx="10543032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cursor.execute("SELECT * FROM items")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FULL STACK AI DEVELOPER PROGRAM  ·  PHASE 04 · DAY 36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E8ECF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/ DELETE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Two Endpoints + Testing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pattern, different SQL verb. Test every route in Postman before moving 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6400800" cy="2743200"/>
          </a:xfrm>
          <a:prstGeom prst="roundRect">
            <a:avLst>
              <a:gd name="adj" fmla="val 2000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224942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224942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115568" y="224942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487168"/>
            <a:ext cx="5852160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UPDATE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2728570"/>
            <a:ext cx="5852160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@app.route("/items/&lt;int:id&gt;", methods=["PUT"])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2969971"/>
            <a:ext cx="5852160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update_item(id):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3211373"/>
            <a:ext cx="5852160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cursor.execute("UPDATE items SET ...")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3452774"/>
            <a:ext cx="5852160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3694176"/>
            <a:ext cx="5852160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DELETE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3935578"/>
            <a:ext cx="5852160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@app.route("/items/&lt;int:id&gt;", methods=["DELETE"])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4176979"/>
            <a:ext cx="5852160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delete_item(id):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4418381"/>
            <a:ext cx="5852160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cursor.execute("DELETE FROM items WHERE id=%s")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086600" y="21031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Test Plan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086600" y="2514600"/>
            <a:ext cx="4480560" cy="438912"/>
          </a:xfrm>
          <a:prstGeom prst="roundRect">
            <a:avLst>
              <a:gd name="adj" fmla="val 10417"/>
            </a:avLst>
          </a:prstGeom>
          <a:solidFill>
            <a:srgbClr val="F5F5F7"/>
          </a:solidFill>
          <a:ln/>
        </p:spPr>
      </p:sp>
      <p:sp>
        <p:nvSpPr>
          <p:cNvPr id="21" name="Text 19"/>
          <p:cNvSpPr/>
          <p:nvPr/>
        </p:nvSpPr>
        <p:spPr>
          <a:xfrm>
            <a:off x="7223760" y="251460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5B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138160" y="251460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/items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692640" y="251460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{name, description, price}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086600" y="3026664"/>
            <a:ext cx="4480560" cy="438912"/>
          </a:xfrm>
          <a:prstGeom prst="roundRect">
            <a:avLst>
              <a:gd name="adj" fmla="val 10417"/>
            </a:avLst>
          </a:prstGeom>
          <a:solidFill>
            <a:srgbClr val="F5F5F7"/>
          </a:solidFill>
          <a:ln/>
        </p:spPr>
      </p:sp>
      <p:sp>
        <p:nvSpPr>
          <p:cNvPr id="25" name="Text 23"/>
          <p:cNvSpPr/>
          <p:nvPr/>
        </p:nvSpPr>
        <p:spPr>
          <a:xfrm>
            <a:off x="7223760" y="3026664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5B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138160" y="3026664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/items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692640" y="3026664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086600" y="3538728"/>
            <a:ext cx="4480560" cy="438912"/>
          </a:xfrm>
          <a:prstGeom prst="roundRect">
            <a:avLst>
              <a:gd name="adj" fmla="val 10417"/>
            </a:avLst>
          </a:prstGeom>
          <a:solidFill>
            <a:srgbClr val="F5F5F7"/>
          </a:solidFill>
          <a:ln/>
        </p:spPr>
      </p:sp>
      <p:sp>
        <p:nvSpPr>
          <p:cNvPr id="29" name="Text 27"/>
          <p:cNvSpPr/>
          <p:nvPr/>
        </p:nvSpPr>
        <p:spPr>
          <a:xfrm>
            <a:off x="7223760" y="3538728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5B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138160" y="3538728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/items/1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692640" y="353872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086600" y="4050792"/>
            <a:ext cx="4480560" cy="438912"/>
          </a:xfrm>
          <a:prstGeom prst="roundRect">
            <a:avLst>
              <a:gd name="adj" fmla="val 10417"/>
            </a:avLst>
          </a:prstGeom>
          <a:solidFill>
            <a:srgbClr val="F5F5F7"/>
          </a:solidFill>
          <a:ln/>
        </p:spPr>
      </p:sp>
      <p:sp>
        <p:nvSpPr>
          <p:cNvPr id="33" name="Text 31"/>
          <p:cNvSpPr/>
          <p:nvPr/>
        </p:nvSpPr>
        <p:spPr>
          <a:xfrm>
            <a:off x="7223760" y="4050792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5B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138160" y="4050792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/items/1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9692640" y="4050792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{name, description, price}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086600" y="4562856"/>
            <a:ext cx="4480560" cy="438912"/>
          </a:xfrm>
          <a:prstGeom prst="roundRect">
            <a:avLst>
              <a:gd name="adj" fmla="val 10417"/>
            </a:avLst>
          </a:prstGeom>
          <a:solidFill>
            <a:srgbClr val="F5F5F7"/>
          </a:solidFill>
          <a:ln/>
        </p:spPr>
      </p:sp>
      <p:sp>
        <p:nvSpPr>
          <p:cNvPr id="37" name="Text 35"/>
          <p:cNvSpPr/>
          <p:nvPr/>
        </p:nvSpPr>
        <p:spPr>
          <a:xfrm>
            <a:off x="7223760" y="4562856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5B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138160" y="4562856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/items/1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9692640" y="4562856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FULL STACK AI DEVELOPER PROGRAM  ·  PHASE 04 · DAY 36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E8ECF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FOR DAY 36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Full CRUD API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 the items table to your own domain if you like (books, products, tickets...).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212848"/>
            <a:ext cx="182880" cy="182880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21284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0392" y="2139696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operations (Create, Read, Update, Delete) implemented and working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779776"/>
            <a:ext cx="182880" cy="182880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77977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50392" y="2706624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schema.sql run successfully — table exists in MySQL before you start the app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346704"/>
            <a:ext cx="182880" cy="182880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34670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50392" y="32735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endpoint tested in Postman, with a screenshot of each request + response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3913632"/>
            <a:ext cx="182880" cy="182880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9136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50392" y="384048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persists — restart the Flask server and confirm your data is still in MySQL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4480560"/>
            <a:ext cx="182880" cy="182880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4805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50392" y="440740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your Daily Task Report with all 4 screenshots attached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FULL STACK AI DEVELOPER PROGRAM  ·  PHASE 04 · DAY 36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95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Your Daily Task Report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today's work in your Daily Task Submission Report and submit via InnoTrack before the deadline.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FULL STACK AI DEVELOPER PROGRAM  ·  PHASE 04 · DAY 36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CRUD with a Database</dc:title>
  <dc:subject>PptxGenJS Presentation</dc:subject>
  <dc:creator>Innolift Ventures</dc:creator>
  <cp:lastModifiedBy>Innolift Ventures</cp:lastModifiedBy>
  <cp:revision>1</cp:revision>
  <dcterms:created xsi:type="dcterms:W3CDTF">2026-07-30T13:09:54Z</dcterms:created>
  <dcterms:modified xsi:type="dcterms:W3CDTF">2026-07-30T13:09:54Z</dcterms:modified>
</cp:coreProperties>
</file>