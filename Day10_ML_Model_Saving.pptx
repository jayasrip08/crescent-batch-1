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12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84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0C9B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– Part 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 &amp; Submission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0972800" cy="2377440"/>
          </a:xfrm>
          <a:prstGeom prst="roundRect">
            <a:avLst>
              <a:gd name="adj" fmla="val 3846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why Machine Learning models are saved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91947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model serialization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26694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 a trained model as a .pkl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61441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 a saved model for future predictions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96188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Organize and submit a Machine Learning project</a:t>
            </a:r>
            <a:endParaRPr lang="en-US" sz="12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FDBA20D1-51E1-4DF2-A04C-752A7A6D31D4}"/>
              </a:ext>
            </a:extLst>
          </p:cNvPr>
          <p:cNvSpPr/>
          <p:nvPr/>
        </p:nvSpPr>
        <p:spPr>
          <a:xfrm>
            <a:off x="9601200" y="885762"/>
            <a:ext cx="20027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Evaluation… What's Next?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We Completed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Evaluation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10058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Yesterday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achieved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accuracy.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close VS Code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 your laptop.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100584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3816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Today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137160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data sample arrives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 to train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again? 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Can we use the trained model directly, or do we need to train it again?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11430000" cy="1188720"/>
          </a:xfrm>
          <a:prstGeom prst="roundRect">
            <a:avLst>
              <a:gd name="adj" fmla="val 7692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reuse a trained Machine Learning model without training it again.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71600" y="5349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0128" y="5367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40480" y="5349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79008" y="5367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09360" y="5349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47888" y="5367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778240" y="5349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78240" y="5349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Save Models?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Saving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Train the model every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Wastes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Uses more computing resources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Repeats the same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5577840" cy="329184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Saving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Train once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Save the trained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Load it anytime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429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Predict instantly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9834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5029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 Spam Detection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49834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5029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Netflix Recommendations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49834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5029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Face Recognition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0" y="49834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0" y="5029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Shopping Recommendations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594360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5980176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Train Once  →  Save Once  →  Use Many Times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 Serialization?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1430000" cy="1005840"/>
          </a:xfrm>
          <a:prstGeom prst="roundRect">
            <a:avLst>
              <a:gd name="adj" fmla="val 9091"/>
            </a:avLst>
          </a:prstGeom>
          <a:solidFill>
            <a:srgbClr val="1B3A5C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 is the process of converting a trained Machine Learning model into a file so it can be stored and used later.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240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240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0624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240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2240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5528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22402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29800" y="21945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980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749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Store trained models safely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70332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Reuse models anytime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480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Share models with other developers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443484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4480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Avoid retraining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5394960"/>
            <a:ext cx="1143000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54589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Common Output File:   model.pkl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 Using Pickle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143000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🥒  Pickle is Python's built-in library used to save and load trained Machine Learning models.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Pickle Functions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5029200" cy="457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4505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98648"/>
            <a:ext cx="5029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pickle.dump()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74136"/>
            <a:ext cx="50292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pickle.load()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4015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saved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open('model.pkl', 'wb')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pickle.dump(model, f)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21208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5276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Joblib is also used for saving larger Scikit-learn models.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5322201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39292" y="5674393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13957" y="5720113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open('model.pkl', 'rb')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loaded_model = pickle.load(f)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loaded_model.predict(new_data)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0" y="2395728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00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2395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49640" y="2907792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3054096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30540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pickle.dump()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49640" y="3566160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3712464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0" y="37124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49640" y="4224528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4370832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43708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pickle.load()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4882896"/>
            <a:ext cx="1005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0" y="5029200"/>
            <a:ext cx="4389120" cy="502920"/>
          </a:xfrm>
          <a:prstGeom prst="roundRect">
            <a:avLst>
              <a:gd name="adj" fmla="val 12727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5029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Session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Workflow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359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90088" y="19933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-&gt;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5848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64408" y="2359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43016" y="19933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17336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17336" y="2359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95944" y="19933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70264" y="137160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61704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70264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70264" y="2359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47672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39112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47672" y="3566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📂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947672" y="4233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38679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-&gt;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566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800600" y="4233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Again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79208" y="38679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-&gt;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53528" y="32461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32338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44968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53528" y="3566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653528" y="4233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GitHub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TASK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Iris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Lead has shared the Iris dataset. Before building a model, you need to understand the dataset and identify useful patterns.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Iris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34670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first 5 rows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04488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95020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total number of flowers in each species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507992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55371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average value of all features for each species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697480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2779776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743200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Virginica flowers whose Petal Length &gt; dataset average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300984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34670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species with the highest average Sepal Length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3904488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3986784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395020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column: Sepal Area (Sepal Length × Sepal Width)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4507992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00800" y="4590288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455371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required data as filtered_iris.csv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TASK 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Classification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winery wants to automatically identify the category of a wine sample based on its chemical properties.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Wine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Features (X) and Target (y)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51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1148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dataset into training and testing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6974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7797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7432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 Classifier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33832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34655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34290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category for the testing dataset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069080"/>
            <a:ext cx="5577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415137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4151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411480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model accuracy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  TASK 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Prediction &amp; Model Saving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research team wants to predict disease progression using patient medical data. After training, the model must be saved for reuse.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Diabetes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34670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Features (X) and Target (y)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04488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95020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dataset into training and testing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507992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55371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Linear Regression model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697480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27797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743200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testing dataset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300984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338328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34670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Actual and Predicted values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3904488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398678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395020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Mean Squared Error (MSE)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4507992"/>
            <a:ext cx="557784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00800" y="45902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455371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 as diabetes_model.pkl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 TASK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Saved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has restarted, and the trained model is no longer available in memory. Use the saved model to continue making predictions without retraining.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11430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0835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saved diabetes_model.pkl file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11430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10835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disease progression for a new patient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11430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51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114800"/>
            <a:ext cx="10835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predicted value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11430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837176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37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800600"/>
            <a:ext cx="10835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prediction works without retraining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🟪  TASK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132338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SCENARIO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 Learning project is complete. Another developer should be able to use your project without training the model again.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Create a GitHub Repository named: Day10-Model-Saving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these files: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task1_explore.py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dataset exploration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3218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task2_classification.py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0416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task3_regression.py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prediction &amp; saving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40416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task4_load_model.py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predict with saved model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80060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8646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diabetes_model.pkl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trained model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48920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48646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00C9B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Complete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7889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08760" y="28803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Explore datasets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7889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88036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Build Classification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6118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08760" y="370332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Build Regression models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Save trained models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4348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45262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Load saved models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4348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Organize and submit a ML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 — Day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972</Words>
  <Application>Microsoft Office PowerPoint</Application>
  <PresentationFormat>Widescreen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A</cp:lastModifiedBy>
  <cp:revision>2</cp:revision>
  <dcterms:created xsi:type="dcterms:W3CDTF">2026-07-10T01:12:01Z</dcterms:created>
  <dcterms:modified xsi:type="dcterms:W3CDTF">2026-07-10T03:13:37Z</dcterms:modified>
</cp:coreProperties>
</file>