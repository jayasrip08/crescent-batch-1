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499" y="-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A" userId="d4aefb4dc3848e3c" providerId="LiveId" clId="{46E49844-1F58-4ABC-9BB8-1F83FEF183FC}"/>
    <pc:docChg chg="modSld">
      <pc:chgData name="Rajesh A" userId="d4aefb4dc3848e3c" providerId="LiveId" clId="{46E49844-1F58-4ABC-9BB8-1F83FEF183FC}" dt="2026-07-08T02:59:47.658" v="77" actId="20577"/>
      <pc:docMkLst>
        <pc:docMk/>
      </pc:docMkLst>
      <pc:sldChg chg="modSp mod">
        <pc:chgData name="Rajesh A" userId="d4aefb4dc3848e3c" providerId="LiveId" clId="{46E49844-1F58-4ABC-9BB8-1F83FEF183FC}" dt="2026-07-08T01:34:55.520" v="57" actId="20577"/>
        <pc:sldMkLst>
          <pc:docMk/>
          <pc:sldMk cId="0" sldId="256"/>
        </pc:sldMkLst>
        <pc:spChg chg="mod">
          <ac:chgData name="Rajesh A" userId="d4aefb4dc3848e3c" providerId="LiveId" clId="{46E49844-1F58-4ABC-9BB8-1F83FEF183FC}" dt="2026-07-08T01:34:55.520" v="57" actId="20577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Rajesh A" userId="d4aefb4dc3848e3c" providerId="LiveId" clId="{46E49844-1F58-4ABC-9BB8-1F83FEF183FC}" dt="2026-07-08T02:59:47.658" v="77" actId="20577"/>
        <pc:sldMkLst>
          <pc:docMk/>
          <pc:sldMk cId="0" sldId="273"/>
        </pc:sldMkLst>
        <pc:spChg chg="mod">
          <ac:chgData name="Rajesh A" userId="d4aefb4dc3848e3c" providerId="LiveId" clId="{46E49844-1F58-4ABC-9BB8-1F83FEF183FC}" dt="2026-07-08T02:59:47.658" v="77" actId="20577"/>
          <ac:spMkLst>
            <pc:docMk/>
            <pc:sldMk cId="0" sldId="273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68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D6BE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1645920" cy="16459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234440"/>
            <a:ext cx="1371600" cy="1371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301752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45720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89120" y="822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4389120" y="2148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Developers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389120" y="29260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389120" y="2926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97880" y="29260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897880" y="2926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406640" y="29260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406640" y="2926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915400" y="29260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915400" y="2926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424160" y="29260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0424160" y="2926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3891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It Solve?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 Without Version Control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Deleted important code by mistake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backup_final_v2_really_final.py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idea who changed what or when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Can't work with teammates safely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0FFF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Git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Track every change automatically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Roll back to any previous version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Collaborate without conflicts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 history of who changed what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822960" cy="8229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54480" y="41605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Git like Save Points in a video game 🎮  — every commit is a checkpoint you can return to any time, without losing your progress.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" y="5303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5349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65760" y="5852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651760" y="5303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651760" y="5349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2651760" y="5852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Versions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937760" y="5303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37760" y="5349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4937760" y="5852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223760" y="5303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5349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7223760" y="5852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509760" y="5303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509760" y="5349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9509760" y="5852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Difference?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52160" y="1371600"/>
            <a:ext cx="457200" cy="4572000"/>
          </a:xfrm>
          <a:prstGeom prst="rect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0" y="3566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8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06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2644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Local tool on your computer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90448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9227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Works offline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56285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5811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Tracks file changes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5221224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52395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Command-line interface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587959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58978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Free &amp; open-source software</a:t>
            </a:r>
            <a:endParaRPr lang="en-US" sz="14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63040"/>
            <a:ext cx="1097280" cy="10972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83680" y="2606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6583680" y="324612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66560" y="32644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Cloud-based hosting platform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583680" y="390448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766560" y="39227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Accessible from anywhere online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583680" y="456285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766560" y="45811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Share &amp; collaborate on code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583680" y="5221224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766560" y="52395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Website + web interface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583680" y="587959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766560" y="58978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Extra tools: issues, PRs, actions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 of Git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73152"/>
          </a:xfrm>
          <a:prstGeom prst="round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1618488"/>
            <a:ext cx="822960" cy="8229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916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6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(Repo)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folder tracked by Git. Contains all your files AND the complete history of every change ever made.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5212080"/>
            <a:ext cx="2468880" cy="320040"/>
          </a:xfrm>
          <a:prstGeom prst="roundRect">
            <a:avLst>
              <a:gd name="adj" fmla="val 20000"/>
            </a:avLst>
          </a:prstGeom>
          <a:solidFill>
            <a:srgbClr val="2D6BE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/ git clone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46120" y="1417320"/>
            <a:ext cx="2743200" cy="73152"/>
          </a:xfrm>
          <a:prstGeom prst="round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06240" y="1618488"/>
            <a:ext cx="822960" cy="8229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9164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83280" y="3154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of your project at a point in time. Like pressing Save on a video game — you can return here any time.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383280" y="5212080"/>
            <a:ext cx="2468880" cy="320040"/>
          </a:xfrm>
          <a:prstGeom prst="roundRect">
            <a:avLst>
              <a:gd name="adj" fmla="val 20000"/>
            </a:avLst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383280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'...'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26480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126480" y="1417320"/>
            <a:ext cx="2743200" cy="73152"/>
          </a:xfrm>
          <a:prstGeom prst="roundRect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086600" y="1618488"/>
            <a:ext cx="822960" cy="8229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9164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8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263640" y="3154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copy of your code. Work on new features or experiments safely without touching the main working version.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263640" y="5212080"/>
            <a:ext cx="2468880" cy="320040"/>
          </a:xfrm>
          <a:prstGeom prst="roundRect">
            <a:avLst>
              <a:gd name="adj" fmla="val 20000"/>
            </a:avLst>
          </a:prstGeom>
          <a:solidFill>
            <a:srgbClr val="F4842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263640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8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/ git switch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9006840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9006840" y="1417320"/>
            <a:ext cx="2743200" cy="73152"/>
          </a:xfrm>
          <a:prstGeom prst="round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9966960" y="1618488"/>
            <a:ext cx="822960" cy="82296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1691640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9828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/ Pull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144000" y="3154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sends your commits up to GitHub. Pull downloads the latest changes from GitHub back to your local machine.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9144000" y="5212080"/>
            <a:ext cx="2468880" cy="320040"/>
          </a:xfrm>
          <a:prstGeom prst="roundRect">
            <a:avLst>
              <a:gd name="adj" fmla="val 20000"/>
            </a:avLst>
          </a:prstGeom>
          <a:solidFill>
            <a:srgbClr val="05966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9144000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/ git pull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Code Travels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920240" cy="73152"/>
          </a:xfrm>
          <a:prstGeom prst="round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822960" cy="8229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84832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" y="3703320"/>
            <a:ext cx="1700784" cy="45720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" y="37947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files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0" y="3291840"/>
            <a:ext cx="50292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97480" y="3172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23160" y="182880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23160" y="1828800"/>
            <a:ext cx="1920240" cy="73152"/>
          </a:xfrm>
          <a:prstGeom prst="round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71800" y="2011680"/>
            <a:ext cx="822960" cy="8229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084832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6888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532888" y="3703320"/>
            <a:ext cx="1700784" cy="45720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670048" y="37947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343400" y="3291840"/>
            <a:ext cx="50292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54880" y="3172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480560" y="182880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480560" y="1828800"/>
            <a:ext cx="1920240" cy="73152"/>
          </a:xfrm>
          <a:prstGeom prst="roundRect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029200" y="2011680"/>
            <a:ext cx="822960" cy="8229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084832"/>
            <a:ext cx="640080" cy="6400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52628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590288" y="3703320"/>
            <a:ext cx="1700784" cy="45720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727448" y="37947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400800" y="3291840"/>
            <a:ext cx="50292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812280" y="3172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537960" y="182880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537960" y="1828800"/>
            <a:ext cx="1920240" cy="73152"/>
          </a:xfrm>
          <a:prstGeom prst="round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7086600" y="2011680"/>
            <a:ext cx="822960" cy="82296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084832"/>
            <a:ext cx="640080" cy="6400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58368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6647688" y="3703320"/>
            <a:ext cx="1700784" cy="45720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6784848" y="37947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8458200" y="3291840"/>
            <a:ext cx="50292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8869680" y="3172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595360" y="182880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8595360" y="1828800"/>
            <a:ext cx="1920240" cy="73152"/>
          </a:xfrm>
          <a:prstGeom prst="roundRect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9144000" y="2011680"/>
            <a:ext cx="822960" cy="822960"/>
          </a:xfrm>
          <a:prstGeom prst="line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084832"/>
            <a:ext cx="640080" cy="6400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64108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8705088" y="3703320"/>
            <a:ext cx="1700784" cy="45720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8842248" y="37947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shared!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36576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code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242316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448056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653796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859536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sees it!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365760" y="562356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548640" y="5669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8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→   git commit -m 'message'   →   git push origin main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Git Ready on Your Machine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338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658368" cy="658368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Git is installed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47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 git version 2.x.x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found → download from git-scm.com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0" y="1554480"/>
            <a:ext cx="585216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6459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11338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658368" cy="658368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name (one-time)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273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name appears in every commit you make.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2880360"/>
            <a:ext cx="585216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29718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11338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4325112"/>
            <a:ext cx="658368" cy="658368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325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160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email (one-time)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5994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email you signed up with on GitHub.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4206240"/>
            <a:ext cx="585216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42976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"you@email.com"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394960"/>
            <a:ext cx="11338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5650992"/>
            <a:ext cx="658368" cy="658368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5650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25880" y="5486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config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59253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your Git settings. Look for user.name and user.email.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0" y="5532120"/>
            <a:ext cx="585216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06440" y="56235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REPO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Initialise &amp; Make Your First Commit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04672" y="2441448"/>
            <a:ext cx="0" cy="237744"/>
          </a:xfrm>
          <a:prstGeom prst="line">
            <a:avLst/>
          </a:prstGeom>
          <a:noFill/>
          <a:ln w="254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81912"/>
            <a:ext cx="658368" cy="658368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645920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90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874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hidden .git folder in your project — Git now watches this directory.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508760"/>
            <a:ext cx="530352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600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" y="3703320"/>
            <a:ext cx="0" cy="237744"/>
          </a:xfrm>
          <a:prstGeom prst="line">
            <a:avLst/>
          </a:prstGeom>
          <a:noFill/>
          <a:ln w="254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" y="2843784"/>
            <a:ext cx="658368" cy="658368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90779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752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325880" y="3136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files are new, modified, or staged. Your best friend — run it often!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0" y="2770632"/>
            <a:ext cx="530352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537960" y="28620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" y="4965192"/>
            <a:ext cx="0" cy="237744"/>
          </a:xfrm>
          <a:prstGeom prst="line">
            <a:avLst/>
          </a:prstGeom>
          <a:noFill/>
          <a:ln w="254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02920" y="4105656"/>
            <a:ext cx="658368" cy="658368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4169664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4014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25880" y="43982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all changed files to the staging area — ready to be saved in the next commit.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0" y="4032504"/>
            <a:ext cx="530352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537960" y="412394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02920" y="5367528"/>
            <a:ext cx="658368" cy="658368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5431536"/>
            <a:ext cx="493776" cy="4937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5276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325880" y="566013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permanent snapshot. The message after -m describes what you changed — make it clear!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0" y="5294376"/>
            <a:ext cx="5303520" cy="8686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537960" y="538581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"first commit"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65760" y="6400800"/>
            <a:ext cx="11338560" cy="548640"/>
          </a:xfrm>
          <a:prstGeom prst="roundRect">
            <a:avLst>
              <a:gd name="adj" fmla="val 13333"/>
            </a:avLst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548640" y="641908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Run git status after EVERY step to see exactly what Git is tracking — it's the best way to learn!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Your Code Online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13385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65376"/>
            <a:ext cx="658368" cy="658368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 on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exactly like your local folder. Leave it empty (no README).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5669280" cy="10972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0760" y="1691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 → + New Repository → Copy the URL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113385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658368" cy="658368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local → remote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"origin" is just a nickname for the GitHub URL.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3200400"/>
            <a:ext cx="5669280" cy="10972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32918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https://github.com/you/repo.git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113385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5065776"/>
            <a:ext cx="658368" cy="658368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065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754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for the first 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166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sets "origin main" as the default — next time just type: git push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4800600"/>
            <a:ext cx="5669280" cy="109728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4892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CLONE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Code From GitHub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394960" cy="73152"/>
          </a:xfrm>
          <a:prstGeom prst="round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31720" y="1600200"/>
            <a:ext cx="914400" cy="91440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1691640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06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2920" y="3200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latest changes from GitHub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your existing local repo.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1148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5966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1330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Already cloned the repo locally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47091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5966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47274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Teammate pushed new code to GitHub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5394960"/>
            <a:ext cx="5120640" cy="50292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5486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141732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0" y="1417320"/>
            <a:ext cx="5394960" cy="73152"/>
          </a:xfrm>
          <a:prstGeom prst="roundRect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66760" y="1600200"/>
            <a:ext cx="914400" cy="91440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691640"/>
            <a:ext cx="676656" cy="6766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4652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8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492240" y="3200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 entire GitHub repo to your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for the first time.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492240" y="4114800"/>
            <a:ext cx="5166360" cy="502920"/>
          </a:xfrm>
          <a:prstGeom prst="roundRect">
            <a:avLst>
              <a:gd name="adj" fmla="val 14545"/>
            </a:avLst>
          </a:prstGeom>
          <a:solidFill>
            <a:srgbClr val="F4842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537960" y="41330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First time getting a repo locally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92240" y="4709160"/>
            <a:ext cx="5166360" cy="502920"/>
          </a:xfrm>
          <a:prstGeom prst="roundRect">
            <a:avLst>
              <a:gd name="adj" fmla="val 14545"/>
            </a:avLst>
          </a:prstGeom>
          <a:solidFill>
            <a:srgbClr val="F4842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537960" y="47274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Starting from a classmate's or team repo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92240" y="5394960"/>
            <a:ext cx="5166360" cy="50292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629400" y="5486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https://github.com/user/repo.git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Safely Without Breaking Main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0789920" cy="0"/>
          </a:xfrm>
          <a:prstGeom prst="line">
            <a:avLst/>
          </a:prstGeom>
          <a:noFill/>
          <a:ln w="508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2688" y="1920240"/>
            <a:ext cx="365760" cy="3657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1408" y="1920240"/>
            <a:ext cx="365760" cy="3657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920240"/>
            <a:ext cx="365760" cy="3657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36608" y="1920240"/>
            <a:ext cx="365760" cy="3657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25328" y="1920240"/>
            <a:ext cx="365760" cy="3657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327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(merge)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148840"/>
            <a:ext cx="0" cy="1097280"/>
          </a:xfrm>
          <a:prstGeom prst="line">
            <a:avLst/>
          </a:prstGeom>
          <a:noFill/>
          <a:ln w="38100">
            <a:solidFill>
              <a:srgbClr val="F484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0" y="3246120"/>
            <a:ext cx="5760720" cy="0"/>
          </a:xfrm>
          <a:prstGeom prst="line">
            <a:avLst/>
          </a:prstGeom>
          <a:noFill/>
          <a:ln w="38100">
            <a:solidFill>
              <a:srgbClr val="F484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2148840"/>
            <a:ext cx="0" cy="1097280"/>
          </a:xfrm>
          <a:prstGeom prst="line">
            <a:avLst/>
          </a:prstGeom>
          <a:noFill/>
          <a:ln w="38100">
            <a:solidFill>
              <a:srgbClr val="F484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feature-login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90288" y="3017520"/>
            <a:ext cx="365760" cy="3657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3017520"/>
            <a:ext cx="365760" cy="3657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82128" y="3017520"/>
            <a:ext cx="365760" cy="3657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52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branch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3749040" cy="50292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feature-login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60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Switch to 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60520" y="4096512"/>
            <a:ext cx="3749040" cy="50292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97680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feature-login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Merge back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0" y="4096512"/>
            <a:ext cx="3749040" cy="502920"/>
          </a:xfrm>
          <a:prstGeom prst="rect">
            <a:avLst/>
          </a:prstGeom>
          <a:solidFill>
            <a:srgbClr val="2B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92440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feature-login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754880"/>
            <a:ext cx="11338560" cy="1737360"/>
          </a:xfrm>
          <a:prstGeom prst="roundRect">
            <a:avLst>
              <a:gd name="adj" fmla="val 631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919472"/>
            <a:ext cx="822960" cy="82296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554480" y="4800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Branch?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554480" y="52303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Feature branches keep your main code always clean &amp; working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1554480" y="55686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Multiple teammates can work on different branches at the same time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1554480" y="590702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Experiment freely — mistakes on a branch never break main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CHEATSHEET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All Key Git Commands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72184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72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45389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4538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a new Git repository in the current folder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87452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18562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8562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name (one-time global setting)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21992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276856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2768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25880" y="22585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2585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has changed since your last commit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24328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67919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679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266090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26609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changed files for the next commit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26664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3063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'msg'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0632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descriptive message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483864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483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25880" y="34655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346557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condensed commit history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831336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38862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25880" y="38679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386791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local repo to a GitHub remote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233672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11480" y="4288536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1480" y="4288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25880" y="42702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42702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 to GitHub (first push)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636008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11480" y="469087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4690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325880" y="46725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0" y="46725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merge latest changes from GitHub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5038344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" y="509320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1480" y="5093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25880" y="50749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0" y="50749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GitHub repo to your local machine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5440680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1480" y="5495544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11480" y="5495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325880" y="54772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669280" y="547725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called 'feature'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5843016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11480" y="589788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1480" y="5897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325880" y="58795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feature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669280" y="58795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'feature' branch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5760" y="6245352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11480" y="6300216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11480" y="6300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325880" y="6281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669280" y="628192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'feature' branch into current branch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926080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Hands-On Tasks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103120" y="1600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real-world scenarios — do them in order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310896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3108960"/>
            <a:ext cx="2148840" cy="64008"/>
          </a:xfrm>
          <a:prstGeom prst="round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1148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&amp; First Commit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24328" y="310896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24328" y="3108960"/>
            <a:ext cx="2148840" cy="64008"/>
          </a:xfrm>
          <a:prstGeom prst="round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24328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715768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15768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28616" y="310896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28616" y="3108960"/>
            <a:ext cx="2148840" cy="64008"/>
          </a:xfrm>
          <a:prstGeom prst="roundRect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28616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020056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0056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&amp; View History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32904" y="310896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232904" y="3108960"/>
            <a:ext cx="2148840" cy="64008"/>
          </a:xfrm>
          <a:prstGeom prst="round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232904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7324344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24344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537192" y="310896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243044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537192" y="3108960"/>
            <a:ext cx="2148840" cy="64008"/>
          </a:xfrm>
          <a:prstGeom prst="roundRect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537192" y="3246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9628632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628632" y="44622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Explore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5760" y="64922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builds on the previous one. Work through them top-to-bottom!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 —  Init &amp; First Commit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Scenario: You are a developer starting a brand new project. You want Git to start tracking your project folder.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94360" cy="5943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You have a folder my-portfolio/. How do you tell Git to start tracking this folder?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594360" cy="5943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7977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Create about.txt with your name &amp; course. How do you check if Git noticed this new file?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58768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94360" cy="5943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You want to stage this file for saving. What command adds it to the staging area?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5102352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5358384"/>
            <a:ext cx="594360" cy="59436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5358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26694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Now take a snapshot. How do you save it with the message "Add: initial portfolio page"?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09360"/>
            <a:ext cx="11338560" cy="502920"/>
          </a:xfrm>
          <a:prstGeom prst="roundRect">
            <a:avLst>
              <a:gd name="adj" fmla="val 16364"/>
            </a:avLst>
          </a:prstGeom>
          <a:solidFill>
            <a:srgbClr val="2D6BE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63276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You Will Learn:  Working Directory  →  Staging Area  →  Commit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 —  Push to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Scenario: Your project is ready locally. Now your client wants to see it online. You need to upload it to GitHub.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Go to GitHub and create a new repo called my-portfolio. What is the URL it gives you?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7977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Your local Git doesn't know about GitHub yet. What command connects your local repo to that URL?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58768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send your committed files up to GitHub for the first time?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5102352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5358384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5358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26694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Visit your GitHub profile. Can you see your about.txt file there?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09360"/>
            <a:ext cx="11338560" cy="502920"/>
          </a:xfrm>
          <a:prstGeom prst="roundRect">
            <a:avLst>
              <a:gd name="adj" fmla="val 16364"/>
            </a:avLst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63276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You Will Learn:  Linking local to remote  ·  Pushing code online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 —  Make Changes &amp; Commit History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Scenario: Your client says: 'Add your skills to the portfolio.' You make the change and need to save a new version.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94360" cy="5943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Open about.txt and add a skills section. How do you check what has changed since your last commit?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594360" cy="5943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7977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Stage the updated file. What command do you use?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58768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94360" cy="5943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Save this new version with the message "Add: skills section to portfolio".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5102352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5358384"/>
            <a:ext cx="594360" cy="5943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5358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26694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Push the update to GitHub. What command sends it?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45936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6601968"/>
            <a:ext cx="594360" cy="59436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6601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65105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view all your previous commits in a short one-line format?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6309360"/>
            <a:ext cx="11338560" cy="502920"/>
          </a:xfrm>
          <a:prstGeom prst="roundRect">
            <a:avLst>
              <a:gd name="adj" fmla="val 16364"/>
            </a:avLst>
          </a:prstGeom>
          <a:solidFill>
            <a:srgbClr val="F4842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63276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You Will Learn:  Tracking changes  ·  Good commit messages  ·  Viewing history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  —  Branching &amp; Merge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Scenario: You want to add a contact details file — but you don't want to risk breaking your working main code while building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94360" cy="59436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create a new branch called feature-contact?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594360" cy="59436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7977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switch into that branch to start working on it?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58768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94360" cy="59436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Create contact.txt and add your email &amp; GitHub username. How do you stage and commit it on this branch?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5102352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5358384"/>
            <a:ext cx="594360" cy="59436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5358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26694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Your feature is done. How do you switch back to the main branch?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45936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6601968"/>
            <a:ext cx="594360" cy="59436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6601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65105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bring your feature-contact work into main? Then push to GitHub.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6309360"/>
            <a:ext cx="11338560" cy="502920"/>
          </a:xfrm>
          <a:prstGeom prst="roundRect">
            <a:avLst>
              <a:gd name="adj" fmla="val 16364"/>
            </a:avLst>
          </a:prstGeom>
          <a:solidFill>
            <a:srgbClr val="05966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63276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You Will Learn:  Safe feature development  ·  Branching  ·  Merging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  —  Clone &amp; Explore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Scenario: Your classmate built a portfolio. You want to explore their files and suggest a small improvement by adding a README.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94360" cy="594360"/>
          </a:xfrm>
          <a:prstGeom prst="line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Your classmate shares their GitHub repo URL. How do you download their entire project?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594360" cy="594360"/>
          </a:xfrm>
          <a:prstGeom prst="line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7977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Open the folder. Use a command to check the current Git status.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58768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94360" cy="594360"/>
          </a:xfrm>
          <a:prstGeom prst="line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Before making changes, create a new branch called add-readme. How do you create it and switch to it?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5102352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5358384"/>
            <a:ext cx="594360" cy="594360"/>
          </a:xfrm>
          <a:prstGeom prst="line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5358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26694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Create README.md with one line describing the project. How do you stage and commit it?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45936"/>
            <a:ext cx="113385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6601968"/>
            <a:ext cx="594360" cy="594360"/>
          </a:xfrm>
          <a:prstGeom prst="line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6601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65105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Push this new branch to your own GitHub. What command do you use?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6309360"/>
            <a:ext cx="11338560" cy="502920"/>
          </a:xfrm>
          <a:prstGeom prst="roundRect">
            <a:avLst>
              <a:gd name="adj" fmla="val 16364"/>
            </a:avLst>
          </a:prstGeom>
          <a:solidFill>
            <a:srgbClr val="2ECC8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63276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You Will Learn:  Cloning  ·  Reading others' code  ·  Contributing via branches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320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Now a Git Developer! 🚀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194560" y="12801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Day 8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2560320"/>
            <a:ext cx="1133856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2697480"/>
            <a:ext cx="457200" cy="457200"/>
          </a:xfrm>
          <a:prstGeom prst="line">
            <a:avLst/>
          </a:prstGeom>
          <a:solidFill>
            <a:srgbClr val="2EC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743200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651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tracks every change and lets you roll back safely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65760" y="3364992"/>
            <a:ext cx="1133856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02920" y="3502152"/>
            <a:ext cx="457200" cy="457200"/>
          </a:xfrm>
          <a:prstGeom prst="line">
            <a:avLst/>
          </a:prstGeom>
          <a:solidFill>
            <a:srgbClr val="F484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54787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4564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runs locally; GitHub hosts your code online for collaboration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365760" y="4169664"/>
            <a:ext cx="1133856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502920" y="4306824"/>
            <a:ext cx="457200" cy="457200"/>
          </a:xfrm>
          <a:prstGeom prst="lin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435254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42611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are your save points — write clear, meaningful messages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365760" y="4974336"/>
            <a:ext cx="1133856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502920" y="5111496"/>
            <a:ext cx="457200" cy="45720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515721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506577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experiment without breaking the main codebase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365760" y="5779008"/>
            <a:ext cx="1133856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502920" y="5916168"/>
            <a:ext cx="457200" cy="45720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5961888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58704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sends code up; Pull brings changes down — stay in sync!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374552" y="64922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1882</Words>
  <Application>Microsoft Office PowerPoint</Application>
  <PresentationFormat>Widescreen</PresentationFormat>
  <Paragraphs>318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A</cp:lastModifiedBy>
  <cp:revision>2</cp:revision>
  <dcterms:created xsi:type="dcterms:W3CDTF">2026-07-08T00:56:14Z</dcterms:created>
  <dcterms:modified xsi:type="dcterms:W3CDTF">2026-07-08T02:59:56Z</dcterms:modified>
</cp:coreProperties>
</file>