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2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D6B176-EC1C-4F18-9826-4276A6BD6944}" v="6" dt="2026-07-26T05:29:08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h A" userId="d4aefb4dc3848e3c" providerId="LiveId" clId="{46E49844-1F58-4ABC-9BB8-1F83FEF183FC}"/>
    <pc:docChg chg="undo custSel addSld delSld modSld">
      <pc:chgData name="Rajesh A" userId="d4aefb4dc3848e3c" providerId="LiveId" clId="{46E49844-1F58-4ABC-9BB8-1F83FEF183FC}" dt="2026-07-26T05:29:30.011" v="138" actId="20577"/>
      <pc:docMkLst>
        <pc:docMk/>
      </pc:docMkLst>
      <pc:sldChg chg="addSp modSp mod">
        <pc:chgData name="Rajesh A" userId="d4aefb4dc3848e3c" providerId="LiveId" clId="{46E49844-1F58-4ABC-9BB8-1F83FEF183FC}" dt="2026-07-26T05:29:30.011" v="138" actId="20577"/>
        <pc:sldMkLst>
          <pc:docMk/>
          <pc:sldMk cId="0" sldId="271"/>
        </pc:sldMkLst>
        <pc:spChg chg="add mod">
          <ac:chgData name="Rajesh A" userId="d4aefb4dc3848e3c" providerId="LiveId" clId="{46E49844-1F58-4ABC-9BB8-1F83FEF183FC}" dt="2026-07-26T05:29:30.011" v="138" actId="20577"/>
          <ac:spMkLst>
            <pc:docMk/>
            <pc:sldMk cId="0" sldId="271"/>
            <ac:spMk id="37" creationId="{05EAB321-BF53-3B87-98F8-372290EE4AEF}"/>
          </ac:spMkLst>
        </pc:spChg>
      </pc:sldChg>
      <pc:sldChg chg="new del">
        <pc:chgData name="Rajesh A" userId="d4aefb4dc3848e3c" providerId="LiveId" clId="{46E49844-1F58-4ABC-9BB8-1F83FEF183FC}" dt="2026-07-26T05:23:53.408" v="61" actId="2696"/>
        <pc:sldMkLst>
          <pc:docMk/>
          <pc:sldMk cId="476856698" sldId="273"/>
        </pc:sldMkLst>
      </pc:sldChg>
      <pc:sldChg chg="modSp add mod">
        <pc:chgData name="Rajesh A" userId="d4aefb4dc3848e3c" providerId="LiveId" clId="{46E49844-1F58-4ABC-9BB8-1F83FEF183FC}" dt="2026-07-26T05:25:07.255" v="90" actId="14100"/>
        <pc:sldMkLst>
          <pc:docMk/>
          <pc:sldMk cId="1788619461" sldId="273"/>
        </pc:sldMkLst>
        <pc:spChg chg="mod">
          <ac:chgData name="Rajesh A" userId="d4aefb4dc3848e3c" providerId="LiveId" clId="{46E49844-1F58-4ABC-9BB8-1F83FEF183FC}" dt="2026-07-26T05:25:07.255" v="90" actId="14100"/>
          <ac:spMkLst>
            <pc:docMk/>
            <pc:sldMk cId="1788619461" sldId="273"/>
            <ac:spMk id="37" creationId="{297A6F83-608E-6C99-1768-43F0393F58FF}"/>
          </ac:spMkLst>
        </pc:spChg>
      </pc:sldChg>
      <pc:sldChg chg="modSp add mod">
        <pc:chgData name="Rajesh A" userId="d4aefb4dc3848e3c" providerId="LiveId" clId="{46E49844-1F58-4ABC-9BB8-1F83FEF183FC}" dt="2026-07-26T05:26:26.950" v="121" actId="20577"/>
        <pc:sldMkLst>
          <pc:docMk/>
          <pc:sldMk cId="1971176232" sldId="274"/>
        </pc:sldMkLst>
        <pc:spChg chg="mod">
          <ac:chgData name="Rajesh A" userId="d4aefb4dc3848e3c" providerId="LiveId" clId="{46E49844-1F58-4ABC-9BB8-1F83FEF183FC}" dt="2026-07-26T05:26:26.950" v="121" actId="20577"/>
          <ac:spMkLst>
            <pc:docMk/>
            <pc:sldMk cId="1971176232" sldId="274"/>
            <ac:spMk id="37" creationId="{85C9E37C-1855-E41D-2968-CB8F93146838}"/>
          </ac:spMkLst>
        </pc:spChg>
      </pc:sldChg>
      <pc:sldChg chg="modSp add mod">
        <pc:chgData name="Rajesh A" userId="d4aefb4dc3848e3c" providerId="LiveId" clId="{46E49844-1F58-4ABC-9BB8-1F83FEF183FC}" dt="2026-07-26T05:27:40.449" v="130" actId="115"/>
        <pc:sldMkLst>
          <pc:docMk/>
          <pc:sldMk cId="63374207" sldId="275"/>
        </pc:sldMkLst>
        <pc:spChg chg="mod">
          <ac:chgData name="Rajesh A" userId="d4aefb4dc3848e3c" providerId="LiveId" clId="{46E49844-1F58-4ABC-9BB8-1F83FEF183FC}" dt="2026-07-26T05:27:40.449" v="130" actId="115"/>
          <ac:spMkLst>
            <pc:docMk/>
            <pc:sldMk cId="63374207" sldId="275"/>
            <ac:spMk id="37" creationId="{E6D73C20-366A-2AB8-C028-0C16632C7C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13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2F0B4-C930-2569-1C39-4A5504645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E38E3-386E-D0D5-C2CA-DC0963B08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48B73-4254-6116-D02B-AD8D9DD17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547C4-07FF-378C-B4D0-7797A0BF7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606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EF895-FA8D-7910-0000-19774A650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0F40E-85D9-CDCD-8D41-7A921F150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B80D1-6B89-DE3A-25B2-26B6CD319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95219-71F3-C399-1758-503C7DF90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297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327BF-AD62-5BB0-3A9D-503901B53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A8A6A-5456-36D7-995B-6DDF1B1A3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4634F6-43FB-9467-D3C8-78B75D9C4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28A27-C4A9-326B-9033-5558F6D184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421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0" y="2377440"/>
            <a:ext cx="2286000" cy="22860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Validation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&amp; Regex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Web Development Internship  ·  Day 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 Pack  —  Sunday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 Today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6070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06070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form validation is and why it matters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35915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vs server-side validation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01568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3657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built-in validation attributes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804672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106070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0" y="106070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validation with event listeners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10312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35915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0" y="235915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Expressions (Regex) for pattern matching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401568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36576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3657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registration form from scratch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Form Validation?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that verifies whether user-entered data meets predefined rules before it is processed or stored by an application.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7249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must not be empty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32888" y="1920240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78608" y="19933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78608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78608" y="27249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= numbers, Age ≠ text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1920240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54296" y="19933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54296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54296" y="27249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must match name@domain.com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84264" y="1920240"/>
            <a:ext cx="19385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9984" y="19933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9984" y="2423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9984" y="27249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≥ 8 chars, Username ≤ 20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548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584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→  Security  ·  Data Quality  ·  User Experience  ·  System Efficiency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Real-world: Gmail  ·  Instagram  ·  Amazon  ·  Banking Apps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Without Validation?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EF2F2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8961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Empty Name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stores blank strings → broken user records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08960" y="749808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EF2F2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8961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Invalid Email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2984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emails bounce → lost customers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749808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EF2F2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97880" y="8961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Weak Password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129844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get hacked → security breach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fixes all of this 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49300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SQL Injection &amp; XSS attacks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32888" y="2697480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78608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578608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78608" y="349300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clean, accurate data enters the DB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2697480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54296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54296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54296" y="349300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feedback, no page reloads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84264" y="2697480"/>
            <a:ext cx="193852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29984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29984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29984" y="3493008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server bandwidth &amp; processing power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Validation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that runs in the browser — before data is sent to the server. Written with HTML5 attributes and JavaScript.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Real Example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4-character password → browser instantly shows red warning "Password must be at least 8 characters" — no page reload!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810512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221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Fast — user gets instant feedback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6334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Insecure — can be bypassed by the user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Attributes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73552" y="333756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56432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9904" y="333756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72784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APIs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Remember: Client-side validation is for UX only — never for security!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Validation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that runs on the web server after the form is submitted. Written in backend languages: Node.js, Python, Java, PHP, C#.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17320" y="181051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783080" y="178308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0" y="181051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181051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0" y="178308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181051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181051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0" y="178308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74920" y="181051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FEF9C3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761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Real Example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1089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Submit → data travels to server → server checks DB → "Username already taken" error is sent back to browser.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69748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2761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1272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Highly secure — users cannot access or bypass 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566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Slower — data must travel to server and back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vs Server-Side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265176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82296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749808"/>
            <a:ext cx="265176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10128" y="82296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749808"/>
            <a:ext cx="265176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53328" y="82296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144475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371600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144475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371600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53328" y="144475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993392"/>
            <a:ext cx="26517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206654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993392"/>
            <a:ext cx="26517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10128" y="206654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— no network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993392"/>
            <a:ext cx="26517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53328" y="206654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— needs round trip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615184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268833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615184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10128" y="268833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JavaScript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615184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53328" y="268833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Python, PHP, Java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236976"/>
            <a:ext cx="26517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6928" y="331012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bypassed?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3236976"/>
            <a:ext cx="26517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10128" y="331012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disable JS / use DevTools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3236976"/>
            <a:ext cx="26517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53328" y="331012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code is on the server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858768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6928" y="393192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 attacks?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3858768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10128" y="393192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3858768"/>
            <a:ext cx="2651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53328" y="393192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480560"/>
            <a:ext cx="26517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6928" y="455371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0" y="4480560"/>
            <a:ext cx="26517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310128" y="455371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User Experience (UX)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0" y="4480560"/>
            <a:ext cx="26517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53328" y="455371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Security &amp; Data Integrity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Question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client-side validation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alone secure an app?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Disable JavaScript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94436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 DevTools → Console: type  javascript:void(0)  or toggle JS off. All your validation is gone instantly.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24231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25146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Modify the Request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94436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→ Inspect → Network tab → copy as cURL → edit the data → resend. Server never knew.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4231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25146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Use Postman / Curl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94436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HTTP requests directly to your API URL, bypassing the browser entirely.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Built-in Validation Attributes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2331720" cy="365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7680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749808"/>
            <a:ext cx="2880360" cy="365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17520" y="7680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Checks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749808"/>
            <a:ext cx="2880360" cy="365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7680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170432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2252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1170432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0" y="12252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must not be empty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170432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12252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required&gt;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1627632"/>
            <a:ext cx="233172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16824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minlength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1627632"/>
            <a:ext cx="288036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17520" y="16824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character count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627632"/>
            <a:ext cx="288036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5040" y="16824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minlength="8"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084832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21396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maxlength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0" y="2084832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017520" y="21396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character count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084832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21396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maxlength="20"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2542032"/>
            <a:ext cx="233172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25968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0" y="2542032"/>
            <a:ext cx="288036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17520" y="25968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match a regex pattern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2542032"/>
            <a:ext cx="288036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35040" y="25968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pattern="[A-Za-z]+"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2999232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30540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type="email"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926080" y="2999232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017520" y="30540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Auto-validates email format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2999232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35040" y="30540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type="email"&gt;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456432"/>
            <a:ext cx="233172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35112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type="number"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926080" y="3456432"/>
            <a:ext cx="288036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017520" y="35112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number input allowed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0" y="3456432"/>
            <a:ext cx="288036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35040" y="35112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type="number"&gt;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913632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8640" y="39684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926080" y="3913632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017520" y="39684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range check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43600" y="3913632"/>
            <a:ext cx="28803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035040" y="39684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min="1" max="100"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370832"/>
            <a:ext cx="233172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48640" y="44256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type="url"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926080" y="4370832"/>
            <a:ext cx="288036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017520" y="44256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URL format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943600" y="4370832"/>
            <a:ext cx="288036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035040" y="44256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type="url"&gt;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Validation — How It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89611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38074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581912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67335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15798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45059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Condition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293522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136392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2278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Error Message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71246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913632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0050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Valid? → Submit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23360" y="777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JavaScript Concepts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023360" y="1261872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06240" y="13350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addEventListener()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46520" y="13350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the form submit event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023360" y="1883664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06240" y="19568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event.preventDefault()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46520" y="19568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form from refreshing the page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023360" y="2505456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06240" y="25786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.trim()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46520" y="25786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extra spaces from user input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023360" y="3127248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20624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.value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4652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what the user typed in the field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023360" y="3749040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06240" y="38221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 / textContent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46520" y="38221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error messages dynamically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023360" y="4370832"/>
            <a:ext cx="47091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206240" y="44439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classList.add("error")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46520" y="444398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red border CSS class on error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Expressions (Regex)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58952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Regex?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07899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characters that defines a search pattern. Used to validate, search, or extract specific formats in text — like emails, phone numbers, and passwords.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Regex for Email Validation →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0" y="17556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/^[a-zA-Z0-9._%+-]+@[a-zA-Z0-9.-]+\.[a-zA-Z]{2,}$/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Regex is Used in Industry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999232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Login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3101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password format check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3552" y="2926080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2999232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Signup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3101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rules, strong password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9904" y="2926080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99632" y="2999232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9632" y="331012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keywords in content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3959352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Phone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42702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code + number format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73552" y="3886200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83280" y="3959352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Banking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42702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number, IFSC, account no.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9904" y="3886200"/>
            <a:ext cx="26517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99632" y="3959352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E-Commerce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9632" y="427024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Pincode, coupon code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— Symbol 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58952"/>
            <a:ext cx="420624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758952"/>
            <a:ext cx="777240" cy="5212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321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8503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string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20624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777240" cy="5212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1463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string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84248"/>
            <a:ext cx="420624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1984248"/>
            <a:ext cx="777240" cy="5212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0574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0756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character (except newline)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420624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596896"/>
            <a:ext cx="777240" cy="5212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67004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26883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or more of the previous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09544"/>
            <a:ext cx="420624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209544"/>
            <a:ext cx="777240" cy="5212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2826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33009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or more of the previous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22192"/>
            <a:ext cx="420624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822192"/>
            <a:ext cx="777240" cy="5212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89534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39136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or 1 — makes it optional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420624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777240" cy="5212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507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4526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set — match any one inside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75895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92040" y="758952"/>
            <a:ext cx="777240" cy="5212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8321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60720" y="8503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— treat as one unit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92040" y="137160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92040" y="1371600"/>
            <a:ext cx="777240" cy="5212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144475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760720" y="14630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count — e.g. {3} = exactly 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92040" y="1984248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92040" y="1984248"/>
            <a:ext cx="777240" cy="5212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92040" y="20574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760720" y="20756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match this OR that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92040" y="2596896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892040" y="2596896"/>
            <a:ext cx="777240" cy="5212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92040" y="267004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760720" y="268833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digit (0–9)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92040" y="3209544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92040" y="3209544"/>
            <a:ext cx="777240" cy="5212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92040" y="32826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760720" y="33009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non-digit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92040" y="3822192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892040" y="3822192"/>
            <a:ext cx="777240" cy="5212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92040" y="389534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\w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760720" y="39136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character (letter, digit, _)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892040" y="4434840"/>
            <a:ext cx="384048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892040" y="4434840"/>
            <a:ext cx="777240" cy="5212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92040" y="45079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760720" y="45262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(space, tab, newline)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Validation Patterns (Industry Use)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23444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85039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/^[a-zA-Z0-9._%+-]+@[a-zA-Z0-9.-]+\.[a-zA-Z]{2,}$/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25272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user@gmail.com ✅   user@.com 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123444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Phone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190195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/^[6-9]\d{9}$/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30428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9876543210 ✅   12345 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123444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Password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295351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/^(?=.*[a-z])(?=.*[A-Z])(?=.*\d)(?=.*[!@#$%]).{8,}$/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35584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Pass@123 ✅   password 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1234440" cy="9144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400507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/^[a-zA-Z0-9_]{3,20}$/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440740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john_doe ✅   jo ❌   john@doe ❌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in Validation — How to Show Errors Right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EF2F2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Bad Practice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Box Popup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627632"/>
            <a:ext cx="35661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This page says: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fill all fields correctly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286000"/>
            <a:ext cx="731520" cy="228600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77440" y="2286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doesn't know which field failed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136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Interrupts the experience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4838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Doesn't show what was wrong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749808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CFDF5"/>
          </a:solidFill>
          <a:ln/>
          <a:effectLst>
            <a:outerShdw blurRad="76200" dist="25400" dir="2700000" algn="bl" rotWithShape="0">
              <a:srgbClr val="CBD5E1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Good Practice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Error Messages + Borders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627632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7492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john@.com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0025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Please enter a valid email address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304288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4920" y="23408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user@gmail.com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Inline message → user knows exact field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3136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 border on error, green on success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34838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strength meter for visual UX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Form — Watch the Validation in Action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356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8013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form with Name, Email, Phone, Password fields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807208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807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6700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Empty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0358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required field errors appear immediately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4041648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40416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9044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Bad Email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2702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border + inline error "Invalid email format"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298448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83480" y="1572768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15727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14356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Weak Password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18013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meter shows "Weak" in red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532888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83480" y="2807208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2807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77840" y="26700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All Inputs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303580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borders appear — all validations pass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767328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83480" y="4041648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83480" y="40416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77840" y="39044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Successfully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77840" y="42702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message shown — form data is ready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Self-Study Tasks — Try These Today!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4008"/>
            <a:ext cx="502920" cy="507949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58444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EAB321-BF53-3B87-98F8-372290EE4AEF}"/>
              </a:ext>
            </a:extLst>
          </p:cNvPr>
          <p:cNvSpPr txBox="1"/>
          <p:nvPr/>
        </p:nvSpPr>
        <p:spPr>
          <a:xfrm>
            <a:off x="694944" y="780288"/>
            <a:ext cx="787603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01 — Build a Responsive Registration Form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 complete registration form using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 &amp; CSS3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any one domain or build a form for your own </a:t>
            </a:r>
            <a:r>
              <a:rPr lang="en-US" sz="1600" b="1" i="1" u="sng">
                <a:latin typeface="Times New Roman" panose="02020603050405020304" pitchFamily="18" charset="0"/>
                <a:cs typeface="Times New Roman" panose="02020603050405020304" pitchFamily="18" charset="0"/>
              </a:rPr>
              <a:t>project.</a:t>
            </a:r>
            <a:endParaRPr lang="en-US" sz="16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form with: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Name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Address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Birth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Password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Button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responsive CSS styling.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semantic HTML elements.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add JavaScript validation.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83F49-09C3-6466-E84F-ABCEB2A5C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7306BFA0-1C54-2836-A649-0ED7B693F34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01AF7D-BA73-ADBE-F4B0-FAB7403E9614}"/>
              </a:ext>
            </a:extLst>
          </p:cNvPr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Self-Study Tasks — Try These Today!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6CEF38E-0060-BB5D-D42A-07CF68ED58ED}"/>
              </a:ext>
            </a:extLst>
          </p:cNvPr>
          <p:cNvSpPr/>
          <p:nvPr/>
        </p:nvSpPr>
        <p:spPr>
          <a:xfrm>
            <a:off x="457200" y="143560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23C9624-59C3-A790-69EC-E3F0501FFCF6}"/>
              </a:ext>
            </a:extLst>
          </p:cNvPr>
          <p:cNvSpPr/>
          <p:nvPr/>
        </p:nvSpPr>
        <p:spPr>
          <a:xfrm>
            <a:off x="0" y="64008"/>
            <a:ext cx="502920" cy="507949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1CF382E-802A-DAA0-540E-92EA4B8986EA}"/>
              </a:ext>
            </a:extLst>
          </p:cNvPr>
          <p:cNvSpPr/>
          <p:nvPr/>
        </p:nvSpPr>
        <p:spPr>
          <a:xfrm>
            <a:off x="457200" y="358444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7A6F83-608E-6C99-1768-43F0393F58FF}"/>
              </a:ext>
            </a:extLst>
          </p:cNvPr>
          <p:cNvSpPr txBox="1"/>
          <p:nvPr/>
        </p:nvSpPr>
        <p:spPr>
          <a:xfrm>
            <a:off x="694944" y="780288"/>
            <a:ext cx="757152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02 — Client-Side JavaScript Validation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 the form using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JavaScript validation for: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field validation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character limit (3–30)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format validation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 length validation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Birth age validation (18+ years)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strength (Weak / Medium / Strong)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Password matching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form submission using  </a:t>
            </a:r>
            <a:r>
              <a:rPr lang="en-US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event.preventDefault</a:t>
            </a: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inline error messages below each input.</a:t>
            </a:r>
          </a:p>
        </p:txBody>
      </p:sp>
    </p:spTree>
    <p:extLst>
      <p:ext uri="{BB962C8B-B14F-4D97-AF65-F5344CB8AC3E}">
        <p14:creationId xmlns:p14="http://schemas.microsoft.com/office/powerpoint/2010/main" val="1788619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A4B62-470D-7475-808C-9AC85FF5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5AF0A3C1-5BB2-8EB2-43E4-2C4734FD83E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C86796-91EB-DE93-B1D5-AA999F72843C}"/>
              </a:ext>
            </a:extLst>
          </p:cNvPr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Self-Study Tasks — Try These Today!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8A706F4-FAD4-A268-771A-E9BB933647E7}"/>
              </a:ext>
            </a:extLst>
          </p:cNvPr>
          <p:cNvSpPr/>
          <p:nvPr/>
        </p:nvSpPr>
        <p:spPr>
          <a:xfrm>
            <a:off x="457200" y="143560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F7248E3-4FEB-FEA9-347D-53C46C1D63DF}"/>
              </a:ext>
            </a:extLst>
          </p:cNvPr>
          <p:cNvSpPr/>
          <p:nvPr/>
        </p:nvSpPr>
        <p:spPr>
          <a:xfrm>
            <a:off x="0" y="64008"/>
            <a:ext cx="502920" cy="507949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4D607E1-D505-0A3D-8C6C-595FC3FE9624}"/>
              </a:ext>
            </a:extLst>
          </p:cNvPr>
          <p:cNvSpPr/>
          <p:nvPr/>
        </p:nvSpPr>
        <p:spPr>
          <a:xfrm>
            <a:off x="457200" y="358444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C9E37C-1855-E41D-2968-CB8F93146838}"/>
              </a:ext>
            </a:extLst>
          </p:cNvPr>
          <p:cNvSpPr txBox="1"/>
          <p:nvPr/>
        </p:nvSpPr>
        <p:spPr>
          <a:xfrm>
            <a:off x="635950" y="559062"/>
            <a:ext cx="757152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03 — Regex Validation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validation using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(Regex).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using Regex: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Name (Only alphabets and spaces)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Address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Mobile Number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Password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Uppercase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Lowercase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Character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Code (Optional)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176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E5558-D951-BC47-8848-8EA0355C7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79A80B10-8066-0F21-7EAC-25268F16A65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562EA2-CCC6-91F5-10DF-A7711B9EE013}"/>
              </a:ext>
            </a:extLst>
          </p:cNvPr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Self-Study Tasks — Try These Today!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9C99A88-8F6D-C60B-9ACB-D1EFC7661DBD}"/>
              </a:ext>
            </a:extLst>
          </p:cNvPr>
          <p:cNvSpPr/>
          <p:nvPr/>
        </p:nvSpPr>
        <p:spPr>
          <a:xfrm>
            <a:off x="457200" y="143560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EEC4463-640B-8AF8-7388-8788EE4D75D7}"/>
              </a:ext>
            </a:extLst>
          </p:cNvPr>
          <p:cNvSpPr/>
          <p:nvPr/>
        </p:nvSpPr>
        <p:spPr>
          <a:xfrm>
            <a:off x="0" y="64008"/>
            <a:ext cx="502920" cy="507949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68BA695-1B3E-080B-456A-214DD7F037CE}"/>
              </a:ext>
            </a:extLst>
          </p:cNvPr>
          <p:cNvSpPr/>
          <p:nvPr/>
        </p:nvSpPr>
        <p:spPr>
          <a:xfrm>
            <a:off x="457200" y="358444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D73C20-366A-2AB8-C028-0C16632C7C26}"/>
              </a:ext>
            </a:extLst>
          </p:cNvPr>
          <p:cNvSpPr txBox="1"/>
          <p:nvPr/>
        </p:nvSpPr>
        <p:spPr>
          <a:xfrm>
            <a:off x="635950" y="559062"/>
            <a:ext cx="757152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04 — Complete Registration System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 all validation techniques into one project.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 Validation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 Styling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Validation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Validation </a:t>
            </a:r>
          </a:p>
          <a:p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Strength Meter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Validation while typing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border for valid fields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border for invalid fields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message after successful validation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responsive UI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74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0960" y="2377440"/>
            <a:ext cx="2286000" cy="22860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Day 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Coding.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Building.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is your app's first line of defense. Master 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·  JavaScript  ·  Regex  ·  UX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1562</Words>
  <Application>Microsoft Office PowerPoint</Application>
  <PresentationFormat>On-screen Show (16:9)</PresentationFormat>
  <Paragraphs>364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Rajesh A</cp:lastModifiedBy>
  <cp:revision>2</cp:revision>
  <dcterms:created xsi:type="dcterms:W3CDTF">2026-07-20T06:24:13Z</dcterms:created>
  <dcterms:modified xsi:type="dcterms:W3CDTF">2026-07-26T05:29:35Z</dcterms:modified>
</cp:coreProperties>
</file>