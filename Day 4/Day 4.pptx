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1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5943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Self-study asset, no instructor voice needed. Encouraging tone throughout. GradeVault is a brand new project, distinct from Day 3's CampusLib.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4950B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E8912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858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6B6FD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85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— Give Your Data Real Shape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11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Today's build: GradeVault — a brand-new student score manager, all your own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AI Developer Program · Innolift Ventures</a:t>
            </a:r>
            <a:endParaRPr lang="en-US" sz="12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11B2231-E20A-B2EA-B48C-53B9FA75EE7F}"/>
              </a:ext>
            </a:extLst>
          </p:cNvPr>
          <p:cNvSpPr/>
          <p:nvPr/>
        </p:nvSpPr>
        <p:spPr>
          <a:xfrm>
            <a:off x="548640" y="44348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go through the Readme file on GitHub and then come here 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Basics. Now Structure It.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1–3 recap: variables, data types, f-strings, if/elif/else, while &amp; for loops, functions, modules, file I/O.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FCEED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📋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280160" y="2258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Tuples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23042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collections — one editable, one locked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502920" cy="502920"/>
          </a:xfrm>
          <a:prstGeom prst="ellipse">
            <a:avLst/>
          </a:prstGeom>
          <a:solidFill>
            <a:srgbClr val="DADBF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🔑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128016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→ value data, exactly like a real database row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12464"/>
            <a:ext cx="502920" cy="502920"/>
          </a:xfrm>
          <a:prstGeom prst="ellipse">
            <a:avLst/>
          </a:prstGeom>
          <a:solidFill>
            <a:srgbClr val="FCEED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🔤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1280160" y="3685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37307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values only — no duplicates, no order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425696"/>
            <a:ext cx="502920" cy="502920"/>
          </a:xfrm>
          <a:prstGeom prst="ellipse">
            <a:avLst/>
          </a:prstGeom>
          <a:solidFill>
            <a:srgbClr val="DADBF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425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✨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1280160" y="43982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0" y="444398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Pythonic shortcut you'll see everywhere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138928"/>
            <a:ext cx="502920" cy="502920"/>
          </a:xfrm>
          <a:prstGeom prst="ellipse">
            <a:avLst/>
          </a:prstGeom>
          <a:solidFill>
            <a:srgbClr val="FCEED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138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🎓</a:t>
            </a:r>
            <a:endParaRPr lang="en-US" sz="1430" dirty="0"/>
          </a:p>
        </p:txBody>
      </p:sp>
      <p:sp>
        <p:nvSpPr>
          <p:cNvPr id="24" name="Text 22"/>
          <p:cNvSpPr/>
          <p:nvPr/>
        </p:nvSpPr>
        <p:spPr>
          <a:xfrm>
            <a:off x="1280160" y="51114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GradeVault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0" y="515721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student score manager — today's mini project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CEED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 Structures Are the Real Shift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 gave you logic. Today gives your data actual shape.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📦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1508760" y="21762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how real data looks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row, a JSON API response, a CSV file — all of it arrives as lists and dictionaries.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92024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5080" y="2194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🤖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7040880" y="21762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datasets are just this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27889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dataset you'll load in Phase 2 is rows of dictionaries or arrays under the hood.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🧹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1508760" y="42793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kills messy variables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8920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student1_score, student2_score, student3_score — one list of dictionaries holds them all.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40233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6355080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🎓</a:t>
            </a:r>
            <a:endParaRPr lang="en-US" sz="1430" dirty="0"/>
          </a:p>
        </p:txBody>
      </p:sp>
      <p:sp>
        <p:nvSpPr>
          <p:cNvPr id="24" name="Text 22"/>
          <p:cNvSpPr/>
          <p:nvPr/>
        </p:nvSpPr>
        <p:spPr>
          <a:xfrm>
            <a:off x="7040880" y="42793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GradeVault needs it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55080" y="48920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class of students, each with a score and status, is exactly what today's structures are built for.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— an Ordered, Editable Collection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multiple values in order, and you can change it after creating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91672" cy="2468880"/>
          </a:xfrm>
          <a:prstGeom prst="roundRect">
            <a:avLst>
              <a:gd name="adj" fmla="val 2222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951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2951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2951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32888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subjects = [</a:t>
            </a:r>
            <a:r>
              <a:rPr lang="en-US" sz="14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"Python", "Data Structures", "Web Dev"</a:t>
            </a:r>
            <a:r>
              <a:rPr lang="en-US" sz="14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2862072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3191256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print(subjects[0])     </a:t>
            </a:r>
            <a:r>
              <a:rPr lang="en-US" sz="14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 -&gt; indexing starts at 0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subjects.append(</a:t>
            </a:r>
            <a:r>
              <a:rPr lang="en-US" sz="14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"NumPy"</a:t>
            </a:r>
            <a:r>
              <a:rPr lang="en-US" sz="14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r>
              <a:rPr lang="en-US" sz="14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to the end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3849624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subjects.remove(</a:t>
            </a:r>
            <a:r>
              <a:rPr lang="en-US" sz="14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"Web Dev"</a:t>
            </a:r>
            <a:r>
              <a:rPr lang="en-US" sz="14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4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remove a specific item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4178808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print(len(subjects))   </a:t>
            </a:r>
            <a:r>
              <a:rPr lang="en-US" sz="14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DADBF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46320"/>
            <a:ext cx="10543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 </a:t>
            </a: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my_list = [item1, item2, item3]   — square brackets, comma-separated, order preserved, fully editable.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CONTINUED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— an Ordered, Locked Collection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list, but cannot be changed after creation — use it for values that must never be edited.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91672" cy="2194560"/>
          </a:xfrm>
          <a:prstGeom prst="roundRect">
            <a:avLst>
              <a:gd name="adj" fmla="val 2500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951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2951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2951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32888"/>
            <a:ext cx="10543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PASS_CUTOFFS = (</a:t>
            </a:r>
            <a:r>
              <a:rPr lang="en-US" sz="14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35, 50, 75</a:t>
            </a:r>
            <a:r>
              <a:rPr lang="en-US" sz="14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2871216"/>
            <a:ext cx="10543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(fail_below, pass_at, distinction_at)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3209544"/>
            <a:ext cx="10543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3547872"/>
            <a:ext cx="10543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print(PASS_CUTOFFS[1])   </a:t>
            </a:r>
            <a:r>
              <a:rPr lang="en-US" sz="14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50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3886200"/>
            <a:ext cx="10543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PASS_CUTOFFS[1] = 60   # ❌ would crash — tuples are locked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DADB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72000"/>
            <a:ext cx="10543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 </a:t>
            </a: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my_tuple = (item1, item2, item3)   — round brackets. Everything else works like a list, except editing.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— Labeled Data (Key → Value)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data by name instead of position — exactly how a database row or API response looks.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91672" cy="2606040"/>
          </a:xfrm>
          <a:prstGeom prst="roundRect">
            <a:avLst>
              <a:gd name="adj" fmla="val 2105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951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2951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2951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32888"/>
            <a:ext cx="10543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= {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10543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"AAAAA",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044952"/>
            <a:ext cx="10543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"subject": "Python",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300984"/>
            <a:ext cx="10543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"score": 82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3557016"/>
            <a:ext cx="10543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3813048"/>
            <a:ext cx="10543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4069080"/>
            <a:ext cx="10543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print(student[</a:t>
            </a:r>
            <a:r>
              <a:rPr lang="en-US" sz="13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  </a:t>
            </a:r>
            <a:r>
              <a:rPr lang="en-US" sz="13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AAAAA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4325112"/>
            <a:ext cx="10543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student["score"] = </a:t>
            </a:r>
            <a:r>
              <a:rPr lang="en-US" sz="135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r>
              <a:rPr lang="en-US" sz="13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update a value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DADBF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98348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dictionaries</a:t>
            </a: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[{"name":"..."}, {...}, {...}] — is exactly how you should store a whole class of students. That's the core of today's GradeVault build.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CONTINUED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— a Collection With No Duplicates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removes duplicates and doesn't keep order. Perfect for “give me only the unique values.”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91672" cy="2194560"/>
          </a:xfrm>
          <a:prstGeom prst="roundRect">
            <a:avLst>
              <a:gd name="adj" fmla="val 2500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951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2951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2951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3288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subjects_taught = {</a:t>
            </a:r>
            <a:r>
              <a:rPr lang="en-US" sz="14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"Python", "Data Structures", "Python"</a:t>
            </a:r>
            <a:r>
              <a:rPr lang="en-US" sz="14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289864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326440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print(subjects_taught)      </a:t>
            </a:r>
            <a:r>
              <a:rPr lang="en-US" sz="14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duplicate auto-removed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363016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print(len(subjects_taught)) </a:t>
            </a:r>
            <a:r>
              <a:rPr lang="en-US" sz="14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2 -&gt; unique subject count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DADBF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572000"/>
            <a:ext cx="10543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 </a:t>
            </a: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my_set = {item1, item2, item3}   — curly braces like a dict, but just values, no keys.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SOMETHING NEW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Comprehensions — the Pythonic Shortcut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 today, but you'll see this pattern everywhere in real ML code.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03520" cy="411480"/>
          </a:xfrm>
          <a:prstGeom prst="roundRect">
            <a:avLst>
              <a:gd name="adj" fmla="val 13333"/>
            </a:avLst>
          </a:prstGeom>
          <a:solidFill>
            <a:srgbClr val="FBEAE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5303520" cy="1737360"/>
          </a:xfrm>
          <a:prstGeom prst="roundRect">
            <a:avLst>
              <a:gd name="adj" fmla="val 3158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84378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84378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115568" y="28437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81528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top_scorers = []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3364992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 in students: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648456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s["score"] &gt;= 75: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top_scorers.append(s["name"])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2148840"/>
            <a:ext cx="5303520" cy="411480"/>
          </a:xfrm>
          <a:prstGeom prst="roundRect">
            <a:avLst>
              <a:gd name="adj" fmla="val 13333"/>
            </a:avLst>
          </a:prstGeom>
          <a:solidFill>
            <a:srgbClr val="E6F8EA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148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comprehension way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2697480"/>
            <a:ext cx="5303520" cy="1737360"/>
          </a:xfrm>
          <a:prstGeom prst="roundRect">
            <a:avLst>
              <a:gd name="adj" fmla="val 3158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73952" y="284378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6675120" y="284378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876288" y="28437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0815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top_scorers = [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83680" y="339242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s["name"] for s in students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0" y="37033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s["score"] &gt;= 75]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709160"/>
            <a:ext cx="10543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as: 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"give me s[“name”], for every s in students, if the score qualifies."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108960" cy="347472"/>
          </a:xfrm>
          <a:prstGeom prst="roundRect">
            <a:avLst>
              <a:gd name="adj" fmla="val 21053"/>
            </a:avLst>
          </a:prstGeom>
          <a:solidFill>
            <a:srgbClr val="FCEED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PRACTICE · ROUND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Skill Tracker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this on your own, at your own pace — no need to wait for anyone.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5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2103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 </a:t>
            </a:r>
            <a:r>
              <a:rPr lang="en-US" sz="14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list + tuple mini-tracker for your own skills.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65760" cy="365760"/>
          </a:xfrm>
          <a:prstGeom prst="ellipse">
            <a:avLst/>
          </a:prstGeom>
          <a:solidFill>
            <a:srgbClr val="E8912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7889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skill_tracker.py and build a list of 4 skills you're learning.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365760" cy="365760"/>
          </a:xfrm>
          <a:prstGeom prst="ellipse">
            <a:avLst/>
          </a:prstGeom>
          <a:solidFill>
            <a:srgbClr val="E891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3558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first skill, the last skill, and the total count with len().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68496"/>
            <a:ext cx="365760" cy="365760"/>
          </a:xfrm>
          <a:prstGeom prst="ellipse">
            <a:avLst/>
          </a:prstGeom>
          <a:solidFill>
            <a:srgbClr val="E8912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9227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tuple of 3 fixed personal details (e.g. your join date) that should never change.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764024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764024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 </a:t>
            </a: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same shape as the subjects example — just swap in your own values.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108960" cy="347472"/>
          </a:xfrm>
          <a:prstGeom prst="roundRect">
            <a:avLst>
              <a:gd name="adj" fmla="val 21053"/>
            </a:avLst>
          </a:prstGeom>
          <a:solidFill>
            <a:srgbClr val="FCEED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PRACTICE · ROUND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Dictionary Card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this on your own, at your own pace — no need to wait for anyone.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DADBF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5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2103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 </a:t>
            </a:r>
            <a:r>
              <a:rPr lang="en-US" sz="14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dictionary for a single student and practice reading/updating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65760" cy="365760"/>
          </a:xfrm>
          <a:prstGeom prst="ellipse">
            <a:avLst/>
          </a:prstGeom>
          <a:solidFill>
            <a:srgbClr val="E8912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7889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dict_practice.py with one dictionary: name, subject, score, status.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365760" cy="365760"/>
          </a:xfrm>
          <a:prstGeom prst="ellipse">
            <a:avLst/>
          </a:prstGeom>
          <a:solidFill>
            <a:srgbClr val="E891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3558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each value using an f-string, one per line.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68496"/>
            <a:ext cx="365760" cy="365760"/>
          </a:xfrm>
          <a:prstGeom prst="ellipse">
            <a:avLst/>
          </a:prstGeom>
          <a:solidFill>
            <a:srgbClr val="E8912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9227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score to a new value, then print the whole dictionary again to confirm the change.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764024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764024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Hint:  </a:t>
            </a: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 dictionary value with student["key"] — same pattern as student["name"] in the demo.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4950B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E8912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FOR TODAY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GradeVault — a Student Score Manager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766560" cy="3931920"/>
          </a:xfrm>
          <a:prstGeom prst="roundRect">
            <a:avLst>
              <a:gd name="adj" fmla="val 1395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8716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grade_vault.py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287121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2552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GRADEVAULT =====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63931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AAAAAA  | Python | 82 | 🏅 Distinction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402336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BBBBB  | Python | 58 | ✅ Pass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440740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CCCCCC | DSA    | 30 | ❌ Fail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479145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517550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subjects: </a:t>
            </a:r>
            <a:r>
              <a:rPr lang="en-US" sz="13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{'Python', 'DSA'}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555955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 cutoffs (locked): </a:t>
            </a:r>
            <a:r>
              <a:rPr lang="en-US" sz="13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(35, 50, 75)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52360" y="228600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brand new project. </a:t>
            </a:r>
            <a:r>
              <a:rPr lang="en-US" sz="150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upgrade to anything from Day 3 — GradeVault is entirely your own build, using everything you've learned so far.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GradeVault — What You're Building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names and what each should do — you write every body yourself.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1672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6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IT SHOULD DO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grade_vault.py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950B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students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</a:rPr>
                        <a:t>A list of dictionaries — each student has name, subject, score, status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grade_utils.py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950B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PASS_CUTOFFS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</a:rPr>
                        <a:t>A tuple of fixed grade cutoffs, imported into grade_vault.py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grade_vault.py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950B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unique_subjects()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</a:rPr>
                        <a:t>Returns a set of every subject currently in the class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grade_vault.py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950B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add_student()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</a:rPr>
                        <a:t>Appends a new student dict, sets status via if/elif, logs to file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grade_vault.py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950B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list_students()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</a:rPr>
                        <a:t>Loops the class, prints each student with their status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requirements and starter guidance are in the Day 4 README — Task 4.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 · 4 REAL-WORLD TASKS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1–4: Small Tools You'll Actually Use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teaches a structure through a genuinely useful mini-tool — not just syntax practice.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5F5F7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276856"/>
            <a:ext cx="402336" cy="402336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276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22199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 List Manager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0" y="2221992"/>
            <a:ext cx="6885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List: add_task(), complete_task(), pending_count() — the pattern behind every task app.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53512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5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3081528"/>
            <a:ext cx="402336" cy="402336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02666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Config Lock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026664"/>
            <a:ext cx="6885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Tuple: a locked (version, language, timeout) config — settings that must never change at runtime.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5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3886200"/>
            <a:ext cx="402336" cy="402336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83133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Business Card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0" y="3831336"/>
            <a:ext cx="6885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Dict: a real, reusable contact card generator — printed cleanly with f-strings.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562856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5F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4690872"/>
            <a:ext cx="402336" cy="402336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690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463600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Email Cleaner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0" y="4636008"/>
            <a:ext cx="6885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Set: dedupe a messy signup list and report how many duplicates were removed.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4</a:t>
            </a:r>
            <a:endParaRPr lang="en-US" sz="9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9E19783C-D25A-DB87-2CF0-083A1A85DC92}"/>
              </a:ext>
            </a:extLst>
          </p:cNvPr>
          <p:cNvSpPr/>
          <p:nvPr/>
        </p:nvSpPr>
        <p:spPr>
          <a:xfrm>
            <a:off x="548640" y="5389113"/>
            <a:ext cx="6885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/>
              <a:t>Ttask</a:t>
            </a:r>
            <a:r>
              <a:rPr lang="en-US" sz="1150" dirty="0"/>
              <a:t> 1 to 5 mentioned in readme file and </a:t>
            </a:r>
            <a:r>
              <a:rPr lang="en-US" sz="1150" dirty="0" err="1"/>
              <a:t>SkillTracker</a:t>
            </a:r>
            <a:r>
              <a:rPr lang="en-US" sz="1150" dirty="0"/>
              <a:t>, </a:t>
            </a:r>
            <a:r>
              <a:rPr lang="en-US" sz="1150" dirty="0" err="1"/>
              <a:t>DictionaryCard</a:t>
            </a:r>
            <a:r>
              <a:rPr lang="en-US" sz="1150" dirty="0"/>
              <a:t> and </a:t>
            </a:r>
            <a:r>
              <a:rPr lang="en-US" sz="1150" dirty="0" err="1"/>
              <a:t>GradeVault</a:t>
            </a:r>
            <a:r>
              <a:rPr lang="en-US" sz="1150" dirty="0"/>
              <a:t> = Totally 8 tasks for today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0" cy="347472"/>
          </a:xfrm>
          <a:prstGeom prst="roundRect">
            <a:avLst>
              <a:gd name="adj" fmla="val 21053"/>
            </a:avLst>
          </a:prstGeom>
          <a:solidFill>
            <a:srgbClr val="FCEED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· MAIN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5: Build GradeVault — Budget the Most Time Here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big one — it should take real effort and pulls together everything from Days 1–4.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675120" cy="3977640"/>
          </a:xfrm>
          <a:prstGeom prst="roundRect">
            <a:avLst>
              <a:gd name="adj" fmla="val 1839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677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grade_vault.py + grade_utils.py must include: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688336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88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70432" y="26151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students across 2+ subjects as a list of dictionaries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3145536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455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70432" y="30723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PASS_CUTOFFS tuple (35, 50, 75) + unique_subjects() set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3602736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6027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70432" y="35295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add_student() — sets status via if/elif, logs to grades_log.txt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" y="4059936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0599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70432" y="39867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list_students() — loops and prints every student's status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4517136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5171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70432" y="44439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class_average(subject) — average score, filtered to one subject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8680" y="4974336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974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70432" y="49011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top_scorer() — returns the full record of the highest scorer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8680" y="5431536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4315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70432" y="53583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search_student(name) — returns a record or “Not found”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0" y="2103120"/>
            <a:ext cx="4325112" cy="39776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58952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Bonus Challenge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589520" y="278892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top_scorers() — every “Distinction” student's name, written as a list comprehension. This is the exact skill from the “Something New” slide, applied to a real problem.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589520" y="47091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B8B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least 5 comments — especially inside class_average() and top_scorer(), where the logic does real work.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BEAE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GET STUCK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— Fixed Fast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F5F5F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FBEAE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44752" y="232257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a tuple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PASS_CUTOFFS[0] = 40 crashes your program.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are locked. Use a list if it needs to change.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210312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F5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5080" y="2331720"/>
            <a:ext cx="457200" cy="457200"/>
          </a:xfrm>
          <a:prstGeom prst="ellipse">
            <a:avLst/>
          </a:prstGeom>
          <a:solidFill>
            <a:srgbClr val="FBEAE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76872" y="232257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KeyError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55080" y="28803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student["Name"] with the wrong case, or a missing key entirely.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55080" y="3337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case-sensitive. Use student.get("name") to avoid crashes.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F5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FBEAE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44752" y="43342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have no order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2960" y="48920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Expecting a set to print in the order you added items.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53492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normal — sets are unordered by design. Use a list if order matters.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80760" y="411480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F5F5F7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5080" y="4343400"/>
            <a:ext cx="457200" cy="457200"/>
          </a:xfrm>
          <a:prstGeom prst="ellipse">
            <a:avLst/>
          </a:prstGeom>
          <a:solidFill>
            <a:srgbClr val="FBEAEA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76872" y="43342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vs dict confusion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355080" y="48920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students["name"] on a list of dictionaries.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55080" y="53492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the list first: students[0]["name"].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Submit Today's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5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67712"/>
            <a:ext cx="411480" cy="411480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1762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files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217627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todo_manager.py, app_config.py, business_card.py, email_cleaner.py, grade_vault.py + grade_utils.py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227832"/>
            <a:ext cx="411480" cy="411480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1363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13639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list_students() with statuses, plus class_average(), top_scorer(), and search_student()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5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187952"/>
            <a:ext cx="411480" cy="411480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187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0965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report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409651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today's entry to your single running Daily Task Submission Report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148072"/>
            <a:ext cx="411480" cy="411480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148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5056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whenever ready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50566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rush — it's a holiday. Just get it in via InnoTrack before Day 6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4</a:t>
            </a:r>
            <a:endParaRPr lang="en-US" sz="9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65E3EBE5-6792-6EC8-1F24-3A24EC29F5E3}"/>
              </a:ext>
            </a:extLst>
          </p:cNvPr>
          <p:cNvSpPr/>
          <p:nvPr/>
        </p:nvSpPr>
        <p:spPr>
          <a:xfrm>
            <a:off x="1737360" y="5663993"/>
            <a:ext cx="930075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/>
              <a:t>Tasks 1 to 5 mentioned in readme file and </a:t>
            </a:r>
            <a:r>
              <a:rPr lang="en-US" sz="1600" dirty="0" err="1"/>
              <a:t>SkillTracker</a:t>
            </a:r>
            <a:r>
              <a:rPr lang="en-US" sz="1600" dirty="0"/>
              <a:t>, </a:t>
            </a:r>
            <a:r>
              <a:rPr lang="en-US" sz="1600" dirty="0" err="1"/>
              <a:t>DictionaryCard</a:t>
            </a:r>
            <a:r>
              <a:rPr lang="en-US" sz="1600" dirty="0"/>
              <a:t> and </a:t>
            </a:r>
            <a:r>
              <a:rPr lang="en-US" sz="1600" dirty="0" err="1"/>
              <a:t>GradeVault</a:t>
            </a:r>
            <a:r>
              <a:rPr lang="en-US" sz="1600" dirty="0"/>
              <a:t> = Totally 8 tasks for today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840480"/>
            <a:ext cx="4572000" cy="4572000"/>
          </a:xfrm>
          <a:prstGeom prst="ellipse">
            <a:avLst/>
          </a:prstGeom>
          <a:solidFill>
            <a:srgbClr val="4950B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2F9E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WORK TODAY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Finally Has Real Shape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tuples, dicts, and sets — the exact structures that will hold your ML datasets starting Phase 2. GradeVault is a brand-new project built entirely on today's skills.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863840" cy="1188720"/>
          </a:xfrm>
          <a:prstGeom prst="roundRect">
            <a:avLst>
              <a:gd name="adj" fmla="val 6154"/>
            </a:avLst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364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Next — Day 5: NumPy Basics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 self-study day.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2224</Words>
  <Application>Microsoft Office PowerPoint</Application>
  <PresentationFormat>Widescreen</PresentationFormat>
  <Paragraphs>253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Innolift Ventures</dc:creator>
  <cp:lastModifiedBy>Jaya sri</cp:lastModifiedBy>
  <cp:revision>2</cp:revision>
  <dcterms:created xsi:type="dcterms:W3CDTF">2026-07-03T15:52:53Z</dcterms:created>
  <dcterms:modified xsi:type="dcterms:W3CDTF">2026-07-03T17:37:27Z</dcterms:modified>
</cp:coreProperties>
</file>