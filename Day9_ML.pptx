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52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Fundamentals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– Building Your First Machine Learning Model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48840" y="2423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4884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0" y="2423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32120" y="2423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3212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23760" y="24231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77A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376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session, students will be able to: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57276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Machine Learning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" y="22860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2494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AI, ML &amp; Deep Learning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299923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9626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Regression and Classification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" y="371246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36758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Machine Learning Workflow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5727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30368" y="15361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Features and Target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92040" y="22860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30368" y="22494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Train-Test Split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92040" y="299923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30368" y="29626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Machine Learning model using Scikit-learn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Machine Learning?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7548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Machine Learning?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459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6093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problems beyond simple rules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26771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2311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data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895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8529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automatically from data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112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3474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with more data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3308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40965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decision-making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5257800" y="105156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5349240" y="11155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394960" y="1664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Netflix Movie Recommendation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394960" y="24140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 Spam Detection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394960" y="316382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🤳  Face Recognition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394960" y="39136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Assistants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481328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 is a branch of Artificial Intelligence (AI) that enables computers to learn from data, identify patterns, and make predictions without being explicitly programmed.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0175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54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30175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154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automatically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0" y="30175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154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predictions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301752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154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more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Machine Learning vs Deep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24128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24128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D6A3C"/>
          </a:solidFill>
          <a:ln w="12700">
            <a:solidFill>
              <a:srgbClr val="0D6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(DL)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machines intelligent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using neural networks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35915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rules or learning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2359152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35915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algorithms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359152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35915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 neural networks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1694" y="302666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266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302666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0266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AI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3026664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0266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ML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694176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69417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or may not learn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0" y="3694176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69417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694176"/>
            <a:ext cx="283464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69417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huge data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36168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361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Chess AI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0" y="436168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4361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Spam Detection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26480" y="4361688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436168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Face Recognition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78308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labeled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" y="244144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" y="309981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output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" y="375818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Spam Detection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178308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unlabeled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64992" y="244144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64992" y="309981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64992" y="375818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 Segmentation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1051560"/>
            <a:ext cx="2834640" cy="38862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44768" y="105156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4768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using rewards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244144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309981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75818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Self Driving Car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vs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continuous numerical values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2176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58775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" y="25511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0632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" y="3026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5387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3502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Prediction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401421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97280" y="45262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97280" y="4526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Number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105156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10515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15568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21808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00600" y="1719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categories or labels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800600" y="2176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00600" y="258775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047488" y="25511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00600" y="30632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047488" y="3026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00600" y="35387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047488" y="3502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Prediction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00600" y="401421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047488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0" y="45262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486400" y="4526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Category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Machine Learning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0A7B8E"/>
          </a:solidFill>
          <a:ln w="12700">
            <a:solidFill>
              <a:srgbClr val="0A7B8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3504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 rot="16200000">
            <a:off x="228600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44168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72184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72184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47088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 rot="16200000">
            <a:off x="1472184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87752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15768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15768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90672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6200000">
            <a:off x="2715768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31336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59352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9352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34256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 rot="16200000">
            <a:off x="3959352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02936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02936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77840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 rot="16200000">
            <a:off x="5202936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18504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46520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21424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16200000">
            <a:off x="6446520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62088" y="2697480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90104" y="1188720"/>
            <a:ext cx="1115568" cy="3474720"/>
          </a:xfrm>
          <a:prstGeom prst="roundRect">
            <a:avLst>
              <a:gd name="adj" fmla="val 819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90104" y="1234440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065008" y="1691640"/>
            <a:ext cx="365760" cy="36576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 rot="16200000">
            <a:off x="7690104" y="1920240"/>
            <a:ext cx="1115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Model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Features &amp; Target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Dataset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5029200" cy="164592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91840"/>
            <a:ext cx="2286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33467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(X)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5" name="Text 7"/>
          <p:cNvSpPr/>
          <p:nvPr/>
        </p:nvSpPr>
        <p:spPr>
          <a:xfrm>
            <a:off x="45720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88920" y="329184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80360" y="33467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(y)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2608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49240" y="10515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A2B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4068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68112" y="16276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Collection of 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68112" y="24048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 record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68112" y="318211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Inputs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68112" y="39593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Output to predict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91840" y="109728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A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0" y="1097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44568" y="1737360"/>
            <a:ext cx="54864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21792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75120" y="20574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— 80%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20%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578608"/>
            <a:ext cx="54864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5240" y="2578608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341985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7824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to train the model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" y="396849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Learns patterns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2852928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2907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02352" y="341985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8384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to evaluate the model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02352" y="396849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58384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Tests with unseen data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 Live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 using Scikit-learn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01568" y="17373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556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36208" y="17373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556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57200" y="320040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66928" y="32918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3101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3291840" y="320040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401568" y="32918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31012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40156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126480" y="320040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E3A5F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236208" y="32918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31012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23620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Output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(Pandas Practice)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669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Explore the Iris Dataset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252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25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and sklearn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1137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611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574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Iris dataset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99745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1997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1960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complete dataset using print(df.to_string())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38353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383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2346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where Sepal Length &gt; 5.0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76961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2769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273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Sepal Length and Petal Length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1556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155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" y="311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4177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3541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68680" y="3505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summary statistics using describe()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92785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3927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68680" y="3891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data types using dtypes or info()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431393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4313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8680" y="4277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dataset as iris_dataset.csv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669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252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25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Iris dataset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88366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and testing datasets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1518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615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5786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 Classifier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3101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32735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class for 2 sample inputs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050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396849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predicted flower names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669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Predict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252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25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88366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testing dataset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1518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615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5786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actual values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3101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32735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predicted values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050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396849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outputs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669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Model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252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25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Accuracy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9019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Accuracy Score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61518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Confusion Matrix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36499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364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33284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Classification Report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Submission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Day9-Machine-Learning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following files: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621792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Task1_Load_Explore.py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61488"/>
            <a:ext cx="621792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276148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Task2_Classification.py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19856"/>
            <a:ext cx="621792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3419856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Task3_Train_Predict.py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078224"/>
            <a:ext cx="621792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4078224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Task4_Evaluation.py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457200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Submit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697</Words>
  <Application>Microsoft Office PowerPoint</Application>
  <PresentationFormat>On-screen Show (16:9)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Fundamentals - Day 9</dc:title>
  <dc:subject>PptxGenJS Presentation</dc:subject>
  <dc:creator>PptxGenJS</dc:creator>
  <cp:lastModifiedBy>Rajesh A</cp:lastModifiedBy>
  <cp:revision>2</cp:revision>
  <dcterms:created xsi:type="dcterms:W3CDTF">2026-07-09T01:04:40Z</dcterms:created>
  <dcterms:modified xsi:type="dcterms:W3CDTF">2026-07-09T02:53:51Z</dcterms:modified>
</cp:coreProperties>
</file>