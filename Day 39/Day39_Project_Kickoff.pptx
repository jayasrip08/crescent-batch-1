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E8912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8580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E8912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· DAY 39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Backend Project — Kickoff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API routes and database schema, start building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Today: plan your routes + schema, get a skeleton app running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API Routes Before You 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this out for YOUR assigned project domain — see your Capstone Project Assignment.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109167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21945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11091672" cy="530352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/api/...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submit a new prediction request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821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560320" y="3182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/api/...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3182112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fetch prediction history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11091672" cy="530352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124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560320" y="37124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/api/.../&lt;id&gt;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0" y="3712464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fetch one record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242816"/>
            <a:ext cx="11091672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428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0" y="424281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0" y="4242816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update a record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773168"/>
            <a:ext cx="11091672" cy="530352"/>
          </a:xfrm>
          <a:prstGeom prst="rect">
            <a:avLst/>
          </a:prstGeom>
          <a:solidFill>
            <a:srgbClr val="F5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731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560320" y="47731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/api/...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0" y="477316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delete a record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decide: which routes need @login_required? Which ones call your ML model?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+ 3 · SCHEMA + SCAFFOLD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Your Schema, Then Scaffold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760720" cy="2103120"/>
          </a:xfrm>
          <a:prstGeom prst="roundRect">
            <a:avLst>
              <a:gd name="adj" fmla="val 260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87168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example shape, adapt to your project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2713025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predictions (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938882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INT AUTO_INCREMENT PRIMARY KEY,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164738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input_data VARCHAR(500),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3390595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predicted_result VARCHAR(255),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616452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 DECIMAL(5,2)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842309"/>
            <a:ext cx="52120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0" y="2103120"/>
            <a:ext cx="5239512" cy="2103120"/>
          </a:xfrm>
          <a:prstGeom prst="roundRect">
            <a:avLst>
              <a:gd name="adj" fmla="val 2609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6539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6"/>
          <p:cNvSpPr/>
          <p:nvPr/>
        </p:nvSpPr>
        <p:spPr>
          <a:xfrm>
            <a:off x="676656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96772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487168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750515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home():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3013862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jsonify({</a:t>
            </a:r>
            <a:pPr indent="0" marL="0">
              <a:buNone/>
            </a:pPr>
            <a:r>
              <a:rPr lang="en-US" sz="11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"status": "running"</a:t>
            </a:r>
            <a:pPr indent="0" marL="0">
              <a:buNone/>
            </a:pPr>
            <a:r>
              <a:rPr lang="en-US" sz="11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3277210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3540557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TODO: your CRUD routes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3803904"/>
            <a:ext cx="4690872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TODO: your model predict route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DADBF1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4480560"/>
            <a:ext cx="10543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your time today: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 planning (routes + schema), ~60% building (skeleton app running, first route or two working).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E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 DAY 39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Your Individual Backend Project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planning + scaffolding — not finishing. Day 40 is for finishing.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" y="21396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table filled in for your own assigned project domain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270662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sketched as real SQL (CREATE TABLE statements)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32735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skeleton running with at least the “/” health-check route responding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13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384048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TODOs left in code for tomorrow's build session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440740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routes plan + schema + skeleton app in your Daily Task Report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Daily Task 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today's work in your Daily Task Submission Report and submit via InnoTrack before the deadline.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04 · DAY 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Individual Backend Project - Kickoff</dc:title>
  <dc:subject>PptxGenJS Presentation</dc:subject>
  <dc:creator>Innolift Ventures</dc:creator>
  <cp:lastModifiedBy>Innolift Ventures</cp:lastModifiedBy>
  <cp:revision>1</cp:revision>
  <dcterms:created xsi:type="dcterms:W3CDTF">2026-07-30T13:09:54Z</dcterms:created>
  <dcterms:modified xsi:type="dcterms:W3CDTF">2026-07-30T13:09:54Z</dcterms:modified>
</cp:coreProperties>
</file>