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4950B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3B5BD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858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 · DAY 37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Basics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and password hashing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11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Today: the /register endpoint, with real password hashing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AI Developer Program · Innolift Ventures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8E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a Password as Plain Text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database ever leaks, hashing is the only thing standing between attackers and every user's real password.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Plain text (never do this)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= "mypassword123"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Anyone who reads the database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instantly has the real password.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14884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E6F8E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Hashed (always do this)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7889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 =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"pbkdf2:sha256:600000$..."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One-way. Even you can't reverse it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 to the original password.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0060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werkzeug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8E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/register Endpoint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the password before it ever touches the database.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1672" cy="3931920"/>
          </a:xfrm>
          <a:prstGeom prst="roundRect">
            <a:avLst>
              <a:gd name="adj" fmla="val 1395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87168"/>
            <a:ext cx="105430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werkzeug.security import generate_password_hash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720340"/>
            <a:ext cx="105430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953512"/>
            <a:ext cx="105430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@app.route("/register", methods=["POST"])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186684"/>
            <a:ext cx="105430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register():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419856"/>
            <a:ext cx="105430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request.get_json()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653028"/>
            <a:ext cx="105430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username = data[</a:t>
            </a:r>
            <a:pPr indent="0" marL="0">
              <a:buNone/>
            </a:pP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"username"</a:t>
            </a:r>
            <a:pPr indent="0" marL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886200"/>
            <a:ext cx="105430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password_hash = generate_password_hash(data[</a:t>
            </a:r>
            <a:pPr indent="0" marL="0">
              <a:buNone/>
            </a:pP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"password"</a:t>
            </a:r>
            <a:pPr indent="0" marL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119372"/>
            <a:ext cx="105430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352544"/>
            <a:ext cx="105430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cursor.execute(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585716"/>
            <a:ext cx="105430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"INSERT INTO users (username, password_hash) VALUES (%s, %s)",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4818888"/>
            <a:ext cx="105430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(username, password_hash)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5052060"/>
            <a:ext cx="105430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5285232"/>
            <a:ext cx="105430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conn.commit()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518404"/>
            <a:ext cx="105430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jsonify({</a:t>
            </a:r>
            <a:pPr indent="0" marL="0">
              <a:buNone/>
            </a:pP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"message": "User registered"</a:t>
            </a:r>
            <a:pPr indent="0" marL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}), 201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8E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FOR DAY 37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/register With Real Password Hashing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to yourself the raw password never touches the database.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21396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 created (username, password_hash)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797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" y="270662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/register endpoint implemented using generate_password_hash()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467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" y="32735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test users registered via Postman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13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" y="3840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users table checked directly — only long hash strings visible, never raw passwords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480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" y="44074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users table attached to your Daily Task Report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Daily Task Report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today's work in your Daily Task Submission Report and submit via InnoTrack before the deadline.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Authentication Basics</dc:title>
  <dc:subject>PptxGenJS Presentation</dc:subject>
  <dc:creator>Innolift Ventures</dc:creator>
  <cp:lastModifiedBy>Innolift Ventures</cp:lastModifiedBy>
  <cp:revision>1</cp:revision>
  <dcterms:created xsi:type="dcterms:W3CDTF">2026-07-30T13:09:54Z</dcterms:created>
  <dcterms:modified xsi:type="dcterms:W3CDTF">2026-07-30T13:09:54Z</dcterms:modified>
</cp:coreProperties>
</file>