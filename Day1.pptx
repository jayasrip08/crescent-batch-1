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37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warmly. Energy matters most in the first 2 minutes. Quick poll: 'Has anyone written a line of code before? Show of hands.' Frame today: by the end of this hour, everyone will have a working Python script that prints a personalized profile card. Not theory-heavy — mostly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'Which of these surprises you most?' Let 1-2 students answer before moving on. Keep this under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each step on your shared screen as students mirror it. Don't rush step 3 (venv) — it's the one most students get stuck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live, don't paste. Deliberately make one small typo (e.g. forget a quote) and let the error message guide you — this normalizes debugging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E8912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891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· LIVE CLASS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 — Build Your First Real Script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short blocks. Mostly hands-on — you'll be typing more than listening.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🚀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4505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case for why this language is worth your time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607040" y="2148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🛠️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325880" y="2907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23697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VS Code + your first terminal command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07040" y="29352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721608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🧱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32588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every program is made of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0704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4507992"/>
            <a:ext cx="548640" cy="54864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507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👤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132588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Build: Profile Card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48097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code it together, line by line, on screen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0" y="45079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294376"/>
            <a:ext cx="548640" cy="54864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✅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1325880" y="52669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+ Submission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5596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solo and how to hand it in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607040" y="529437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3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With Python?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🤖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0876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language of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and almost every ML/AI tool you'll use later in this program is built on Python.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⚡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04088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results fast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complicated setup rituals — write a line, run it, see it work. Great for learning by doing.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🌐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50876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real world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Instagram's backend, NASA's data pipelines, and Netflix's recommendation systems all use Python.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🧰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04088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your foundation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Phases 2–6 — ML models, Flask backends, deployment scripts — builds on what you learn today.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91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Hour, This Runs on Your Laptop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about_me.py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9806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41985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MY DEVELOPER PROFILE CARD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307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0416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: </a:t>
            </a: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AAAAAA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35254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: </a:t>
            </a: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   : </a:t>
            </a: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97433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Coded Before? : </a:t>
            </a: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8523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       : </a:t>
            </a:r>
            <a:r>
              <a:rPr lang="en-US" sz="140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Stack AI Developer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59612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90485" y="35524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you define today become the profile data you'll turn into a real webpage in Phase 3.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— 4 Quick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live. Raise your hand the moment something doesn't match your screen.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python.org/downloads → install → check “Add to PATH” (Windows)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514600"/>
            <a:ext cx="502920" cy="50292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204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 → install the Python extension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514600"/>
            <a:ext cx="502920" cy="50292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636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venv venv, then activate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78240" y="22860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6F8E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06840" y="2514600"/>
            <a:ext cx="502920" cy="5029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06840" y="3154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First File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06840" y="379476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hello.py → see it print to the terminal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— including every AI model you'll build later — is just variables being moved around.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2316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E891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480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6624" y="219456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F5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9504" y="242316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2889504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9504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43784" y="443484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17" name="Text 15"/>
          <p:cNvSpPr/>
          <p:nvPr/>
        </p:nvSpPr>
        <p:spPr>
          <a:xfrm>
            <a:off x="2935224" y="4480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5.8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64608" y="219456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F5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5047488" y="242316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2F9E44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01768" y="443484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93208" y="4480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"Afsin"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22592" y="219456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F5F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205472" y="242316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D6455A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05472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59752" y="443484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29" name="Text 27"/>
          <p:cNvSpPr/>
          <p:nvPr/>
        </p:nvSpPr>
        <p:spPr>
          <a:xfrm>
            <a:off x="7251192" y="4480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is_student = True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80576" y="219456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F5F5F7"/>
          </a:solidFill>
          <a:ln/>
        </p:spPr>
      </p:sp>
      <p:sp>
        <p:nvSpPr>
          <p:cNvPr id="31" name="Shape 29"/>
          <p:cNvSpPr/>
          <p:nvPr/>
        </p:nvSpPr>
        <p:spPr>
          <a:xfrm>
            <a:off x="9363456" y="2423160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1D8A8A"/>
          </a:solidFill>
          <a:ln/>
        </p:spPr>
      </p:sp>
      <p:sp>
        <p:nvSpPr>
          <p:cNvPr id="32" name="Text 30"/>
          <p:cNvSpPr/>
          <p:nvPr/>
        </p:nvSpPr>
        <p:spPr>
          <a:xfrm>
            <a:off x="9363456" y="242316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63456" y="29718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17736" y="443484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</p:spPr>
      </p:sp>
      <p:sp>
        <p:nvSpPr>
          <p:cNvPr id="35" name="Text 33"/>
          <p:cNvSpPr/>
          <p:nvPr/>
        </p:nvSpPr>
        <p:spPr>
          <a:xfrm>
            <a:off x="9409176" y="4480560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= ["Python","Git"]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Nicely: f-strings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code that just “works” and output that looks professional.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f-strings (clunky)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"Name: "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name + 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Age: "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str(age))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E6F8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f-strings (clean)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395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7628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f"Name: {name} Age: {age}"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DADB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f right before the opening quote, then wrap any variable name in { curly braces } inside the string. You'll use this pattern constantly — today and for the rest of the program.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LIVE CODING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 Together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in about_me.py as we go, step by step. Ask questions the moment something breaks.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4160520"/>
          </a:xfrm>
          <a:prstGeom prst="roundRect">
            <a:avLst>
              <a:gd name="adj" fmla="val 1319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Declare your variables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20924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"AAAAAA"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96996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685032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has_coded_before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973068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"Full Stack AI Developer"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261104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549140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Check a data type (just to prove it works)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837176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&lt;class 'int'&gt;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125212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413248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Print a formatted profile card using f-strings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" y="5701284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f"Name: {name}"</a:t>
            </a: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43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f"Goal: {goal}"</a:t>
            </a: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Build Your Own Profile Card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the live build — now make it fully yours, solo.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about_me.py must include: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770632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70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688336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variable of each type: int, float, str, bool, list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355848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3273552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age, a skill you want to learn, favorite subject, and whether you've coded before (True/False)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941064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85876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printed “About Me” summary using f-strings (not hard-coded text)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526280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26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443984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used at least twice, printing two different variables' types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111496"/>
            <a:ext cx="201168" cy="20116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11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502920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comments (#) explaining what each part does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47204" y="3200400"/>
            <a:ext cx="4325112" cy="2039112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380201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Bonus Challenge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3840293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Add a calculated field: compute your approximate age in days using a formula, and print it as part of the card. It's your first taste of turning data into insight — exactly what you'll do with ML models in Phase 2.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Today's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day1_setup.py and about_me.py inside a folder named Day1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your terminal showing about_me.py running successfully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Daily Task Submission Report template — same one, every day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66360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074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folder + screenshot + report via InnoTrack (or as your mentor briefs)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9E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Wrote Your First Real Python Program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full stack AI app you'll build over the next 60 days starts exactly where you are right now: variables, structure, and a working script.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Tomorrow — Day 2: Control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conditions and loops — how your program starts making decisions on its own.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now, or drop them in the InnoTrack Day 1 thread.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1288</Words>
  <Application>Microsoft Office PowerPoint</Application>
  <PresentationFormat>Widescreen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1 - Python Foundations</dc:title>
  <dc:subject>PptxGenJS Presentation</dc:subject>
  <dc:creator>Innolift Ventures</dc:creator>
  <cp:lastModifiedBy>Jaya sri</cp:lastModifiedBy>
  <cp:revision>2</cp:revision>
  <dcterms:created xsi:type="dcterms:W3CDTF">2026-07-01T02:42:21Z</dcterms:created>
  <dcterms:modified xsi:type="dcterms:W3CDTF">2026-07-01T02:57:36Z</dcterms:modified>
</cp:coreProperties>
</file>