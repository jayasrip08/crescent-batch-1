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F9E4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2F9E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· DAY 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Backend Project — Submit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endpoints, test with Postman, push to GitHub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Today: finish, test everything, and ship to 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6F8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Push — Check Every Box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" y="213969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from your Day 39 plan is implemented and working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24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2651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tested in Postman — screenshot each request + response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" y="316382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(if your project has auth) are hashed, never plaintext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" y="367588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persists data — restart the server and confirm data is still there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1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418795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secrets (DB passwords, venv/, __pycache__/)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73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" y="470001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included (pip freeze &gt; requirements.txt)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285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" y="52120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 GitHub with a clear README.md explaining how to run 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79729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7972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" y="572414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shows real incremental progress, not one giant commit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6F8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TEMPLATE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Project's README Should Say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8716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[Your Project Name]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04795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224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 it does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14005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[1-2 sentence description]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35767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57530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92931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Flask, MySQL, [your ML library]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10558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28186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445813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pip install -r requirements.txt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Create the database using schema.sql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81067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python app.py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098694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316322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API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533949"/>
            <a:ext cx="1054303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Method | Route | Description |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DAY 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Finish, Test, and Ship Your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out your entire backend module — give it your best.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21396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planned endpoint complete and working end to 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0662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Postman test pass — screenshot every single request/response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3273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GitHub push with README, requirements.txt, and .gitignore in place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3840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link + all screenshots submitted in your Daily Task Report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44074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briefly demo your API next class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work in your Daily Task Submission Report and submit via InnoTrack before the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Backend Project - Submit</dc:title>
  <dc:subject>PptxGenJS Presentation</dc:subject>
  <dc:creator>Innolift Ventures</dc:creator>
  <cp:lastModifiedBy>Innolift Ventures</cp:lastModifiedBy>
  <cp:revision>1</cp:revision>
  <dcterms:created xsi:type="dcterms:W3CDTF">2026-07-30T13:09:54Z</dcterms:created>
  <dcterms:modified xsi:type="dcterms:W3CDTF">2026-07-30T13:09:54Z</dcterms:modified>
</cp:coreProperties>
</file>