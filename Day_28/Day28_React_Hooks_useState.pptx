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21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6C9A9-2BC6-8737-46C2-5A022AAF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8F85E-72C3-3E5F-E249-9B9D013CF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9CF6C-BD2C-8017-2648-5392096F0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BC7E1-91CA-CAEB-D7FB-A9E48370B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23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840480"/>
            <a:ext cx="2560320" cy="256032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kern="0" spc="600" dirty="0">
                <a:solidFill>
                  <a:srgbClr val="90E0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28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React Hooks &amp;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useState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B4D8"/>
                </a:solidFill>
              </a:rPr>
              <a:t>Managing Dynamic Data in React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42062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05072" y="4206240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52544" y="4206240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0016" y="4206240"/>
            <a:ext cx="201168" cy="20116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47488" y="42062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2BD"/>
                </a:solidFill>
              </a:rPr>
              <a:t>FULL STACK WEB DEVELOPMENT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2F96C4-4D3F-2236-03E1-E95912D24EDF}"/>
              </a:ext>
            </a:extLst>
          </p:cNvPr>
          <p:cNvSpPr txBox="1"/>
          <p:nvPr/>
        </p:nvSpPr>
        <p:spPr>
          <a:xfrm>
            <a:off x="6009968" y="277269"/>
            <a:ext cx="2676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INNOLIFT VENTURES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LEARNING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1A2E"/>
                </a:solidFill>
              </a:rPr>
              <a:t>By the end of this session, you will be able 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6072" y="1353312"/>
            <a:ext cx="585216" cy="5852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261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Explain Hooks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6002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Understand what React Hooks are and why they were introduced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6072" y="2450592"/>
            <a:ext cx="585216" cy="5852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" y="2450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359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Understand State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6974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Know how state works and why it matters in React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402336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6072" y="3547872"/>
            <a:ext cx="585216" cy="5852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" y="3547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456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Variable vs State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7947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Differentiate between a JS variable and React state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02336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73752" y="1353312"/>
            <a:ext cx="585216" cy="5852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23560" y="1261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Use useState()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16002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Write and use the useState Hook in functional components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402336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73752" y="2450592"/>
            <a:ext cx="585216" cy="5852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3752" y="2450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23560" y="2359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Update UI Dynamically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26974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Trigger component re-renders using state updates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383280"/>
            <a:ext cx="402336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73752" y="3547872"/>
            <a:ext cx="585216" cy="5852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73752" y="3547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🛠️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23560" y="3456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Build a Counter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23560" y="37947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Create a working counter application with useState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840480"/>
            <a:ext cx="2560320" cy="256032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RECAP — DAY 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Quick Revision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1737360" cy="438912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✓  JSX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1737360" cy="438912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✓  Components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40864"/>
            <a:ext cx="1737360" cy="438912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3408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✓  Props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77440" y="1207008"/>
            <a:ext cx="1737360" cy="438912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12070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✓  Parent Component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1773936"/>
            <a:ext cx="1737360" cy="438912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17739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✓  Child Component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2340864"/>
            <a:ext cx="1737360" cy="438912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68880" y="23408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✓  Component Reusability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658368"/>
            <a:ext cx="41148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65836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EXAMPLE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9875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&lt;Greeting name="Raju" /&gt;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8229600" cy="1417320"/>
          </a:xfrm>
          <a:prstGeom prst="rect">
            <a:avLst/>
          </a:prstGeom>
          <a:solidFill>
            <a:srgbClr val="091929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40156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💬  Transition to Today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F0F8"/>
                </a:solidFill>
              </a:rPr>
              <a:t>Yesterday we passed data using Props.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F0F8"/>
                </a:solidFill>
              </a:rPr>
              <a:t>But what if data changes while the application is running?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F0F8"/>
                </a:solidFill>
              </a:rPr>
              <a:t>→ This naturally leads us to  State.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 HOOKS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</a:rPr>
              <a:t>What are React Hooks?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📖  Special functions that let Functional Components use React features like state, lifecycle methods, and context — without writing a class.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468880" cy="2148840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❌  Without Hooks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</a:rPr>
              <a:t>Class Component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80160" y="27797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3946"/>
                </a:solidFill>
              </a:rPr>
              <a:t>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</a:rPr>
              <a:t>Complex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</a:rPr>
              <a:t>&amp; Verbose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468880" cy="2148840"/>
          </a:xfrm>
          <a:prstGeom prst="rect">
            <a:avLst/>
          </a:prstGeom>
          <a:solidFill>
            <a:srgbClr val="E8F8F5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</a:rPr>
              <a:t>✅  With Hooks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432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</a:rPr>
              <a:t>Functional Component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023360" y="27797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C653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C653"/>
                </a:solidFill>
              </a:rPr>
              <a:t>Simple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DC653"/>
                </a:solidFill>
              </a:rPr>
              <a:t>&amp; Clean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188720"/>
            <a:ext cx="2743200" cy="29718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Common Hooks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0664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BD"/>
                </a:solidFill>
              </a:rPr>
              <a:t>Manage state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2331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BD"/>
                </a:solidFill>
              </a:rPr>
              <a:t>Side effects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useRef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2926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BD"/>
                </a:solidFill>
              </a:rPr>
              <a:t>DOM reference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useContext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6640" y="3520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BD"/>
                </a:solidFill>
              </a:rPr>
              <a:t>Share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27432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Today: useState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840480"/>
            <a:ext cx="2560320" cy="256032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State?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F0F8"/>
                </a:solidFill>
              </a:rPr>
              <a:t>State is data that can change over time and is managed by a React component. When state changes, React automatically re-renders the component.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15568" cy="914400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49631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Counter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BD"/>
                </a:solidFill>
              </a:rPr>
              <a:t>Number goes up/down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19072" y="2103120"/>
            <a:ext cx="1115568" cy="914400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19072" y="214884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19072" y="249631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Like Button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19072" y="27432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BD"/>
                </a:solidFill>
              </a:rPr>
              <a:t>Liked / Not liked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80944" y="2103120"/>
            <a:ext cx="1115568" cy="914400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80944" y="214884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980944" y="249631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Login Status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80944" y="27432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BD"/>
                </a:solidFill>
              </a:rPr>
              <a:t>Logged in / out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42816" y="2103120"/>
            <a:ext cx="1115568" cy="914400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42816" y="214884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242816" y="249631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Dark Mode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42816" y="27432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BD"/>
                </a:solidFill>
              </a:rPr>
              <a:t>On / Off toggle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03520" y="658368"/>
            <a:ext cx="3383280" cy="4114800"/>
          </a:xfrm>
          <a:prstGeom prst="rect">
            <a:avLst/>
          </a:prstGeom>
          <a:solidFill>
            <a:srgbClr val="091929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7498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🚦  Analogy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111556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F0F8"/>
                </a:solidFill>
              </a:rPr>
              <a:t>Traffic Signal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1554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F0F8"/>
                </a:solidFill>
              </a:rPr>
              <a:t>🔴  Red  →  Stop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1975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2BD"/>
                </a:solidFill>
              </a:rPr>
              <a:t>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22128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F0F8"/>
                </a:solidFill>
              </a:rPr>
              <a:t>🟡  Yellow  →  Slow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26334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2BD"/>
                </a:solidFill>
              </a:rPr>
              <a:t>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287121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F0F8"/>
                </a:solidFill>
              </a:rPr>
              <a:t>🟢  Green  →  Go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0" y="3657600"/>
            <a:ext cx="2834640" cy="822960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0" y="36576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State Changes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→ UI Changes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STATE?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Why Do We Need State?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</a:rPr>
              <a:t>❌ 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2BD"/>
                </a:solidFill>
              </a:rPr>
              <a:t>Normal JavaScript Variable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37490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4088" y="2121408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0;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count + 1;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console.log(count); //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</a:rPr>
              <a:t>❓ Why doesn't the UI update?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401568"/>
            <a:ext cx="3657600" cy="1051560"/>
          </a:xfrm>
          <a:prstGeom prst="rect">
            <a:avLst/>
          </a:prstGeom>
          <a:solidFill>
            <a:srgbClr val="1A0A0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456432"/>
            <a:ext cx="3520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F0F8"/>
                </a:solidFill>
              </a:rPr>
              <a:t>React doesn't watch normal variables.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F0F8"/>
                </a:solidFill>
              </a:rPr>
              <a:t>Changing a variable does NOT trigger a re-render.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F0F8"/>
                </a:solidFill>
              </a:rPr>
              <a:t>The UI stays frozen — stale!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C653"/>
                </a:solidFill>
              </a:rPr>
              <a:t>✅  The 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664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2BD"/>
                </a:solidFill>
              </a:rPr>
              <a:t>React State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029968"/>
            <a:ext cx="37490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0328" y="2121408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[count, setCount] = useState(0);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setCount(count + 1);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UI automatically updates!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C653"/>
                </a:solidFill>
              </a:rPr>
              <a:t>✅ React watches State!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00600" y="3401568"/>
            <a:ext cx="3657600" cy="1051560"/>
          </a:xfrm>
          <a:prstGeom prst="rect">
            <a:avLst/>
          </a:prstGeom>
          <a:solidFill>
            <a:srgbClr val="0A1A0A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456432"/>
            <a:ext cx="3520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F0F8"/>
                </a:solidFill>
              </a:rPr>
              <a:t>React only re-renders when state changes.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F0F8"/>
                </a:solidFill>
              </a:rPr>
              <a:t>useState() tells React: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F0F8"/>
                </a:solidFill>
              </a:rPr>
              <a:t>"Watch this value and update the UI!"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840480"/>
            <a:ext cx="2560320" cy="256032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COMPARISON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Variable vs State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3852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188720"/>
            <a:ext cx="267004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118872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Normal Variable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1188720"/>
            <a:ext cx="267004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118872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 State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1938528" cy="502920"/>
          </a:xfrm>
          <a:prstGeom prst="rect">
            <a:avLst/>
          </a:prstGeom>
          <a:solidFill>
            <a:srgbClr val="023E5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Belongs 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1691640"/>
            <a:ext cx="2670048" cy="502920"/>
          </a:xfrm>
          <a:prstGeom prst="rect">
            <a:avLst/>
          </a:prstGeom>
          <a:solidFill>
            <a:srgbClr val="023E5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0" y="1691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</a:rPr>
              <a:t>JavaScript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1691640"/>
            <a:ext cx="2670048" cy="502920"/>
          </a:xfrm>
          <a:prstGeom prst="rect">
            <a:avLst/>
          </a:prstGeom>
          <a:solidFill>
            <a:srgbClr val="023E5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1691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</a:rPr>
              <a:t>React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258568"/>
            <a:ext cx="1938528" cy="502920"/>
          </a:xfrm>
          <a:prstGeom prst="rect">
            <a:avLst/>
          </a:prstGeom>
          <a:solidFill>
            <a:srgbClr val="0A1525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258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UI Update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2258568"/>
            <a:ext cx="2670048" cy="502920"/>
          </a:xfrm>
          <a:prstGeom prst="rect">
            <a:avLst/>
          </a:prstGeom>
          <a:solidFill>
            <a:srgbClr val="0A1525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0" y="22585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</a:rPr>
              <a:t>❌  Won't update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2258568"/>
            <a:ext cx="2670048" cy="502920"/>
          </a:xfrm>
          <a:prstGeom prst="rect">
            <a:avLst/>
          </a:prstGeom>
          <a:solidFill>
            <a:srgbClr val="0A1525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0" y="22585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</a:rPr>
              <a:t>✅  Auto updates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825496"/>
            <a:ext cx="1938528" cy="502920"/>
          </a:xfrm>
          <a:prstGeom prst="rect">
            <a:avLst/>
          </a:prstGeom>
          <a:solidFill>
            <a:srgbClr val="023E5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28254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Lifecycle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2825496"/>
            <a:ext cx="2670048" cy="502920"/>
          </a:xfrm>
          <a:prstGeom prst="rect">
            <a:avLst/>
          </a:prstGeom>
          <a:solidFill>
            <a:srgbClr val="023E5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0" y="28254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</a:rPr>
              <a:t>Temporary / lost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77840" y="2825496"/>
            <a:ext cx="2670048" cy="502920"/>
          </a:xfrm>
          <a:prstGeom prst="rect">
            <a:avLst/>
          </a:prstGeom>
          <a:solidFill>
            <a:srgbClr val="023E5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69280" y="28254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</a:rPr>
              <a:t>Persistent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392424"/>
            <a:ext cx="1938528" cy="502920"/>
          </a:xfrm>
          <a:prstGeom prst="rect">
            <a:avLst/>
          </a:prstGeom>
          <a:solidFill>
            <a:srgbClr val="0A1525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39242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React tracks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51760" y="3392424"/>
            <a:ext cx="2670048" cy="502920"/>
          </a:xfrm>
          <a:prstGeom prst="rect">
            <a:avLst/>
          </a:prstGeom>
          <a:solidFill>
            <a:srgbClr val="0A1525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0" y="33924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</a:rPr>
              <a:t>❌  Ignored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77840" y="3392424"/>
            <a:ext cx="2670048" cy="502920"/>
          </a:xfrm>
          <a:prstGeom prst="rect">
            <a:avLst/>
          </a:prstGeom>
          <a:solidFill>
            <a:srgbClr val="0A1525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0" y="33924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</a:rPr>
              <a:t>✅  Watched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959352"/>
            <a:ext cx="1938528" cy="502920"/>
          </a:xfrm>
          <a:prstGeom prst="rect">
            <a:avLst/>
          </a:prstGeom>
          <a:solidFill>
            <a:srgbClr val="023E5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39593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Use for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51760" y="3959352"/>
            <a:ext cx="2670048" cy="502920"/>
          </a:xfrm>
          <a:prstGeom prst="rect">
            <a:avLst/>
          </a:prstGeom>
          <a:solidFill>
            <a:srgbClr val="023E5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0" y="39593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</a:rPr>
              <a:t>Temp calculations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577840" y="3959352"/>
            <a:ext cx="2670048" cy="502920"/>
          </a:xfrm>
          <a:prstGeom prst="rect">
            <a:avLst/>
          </a:prstGeom>
          <a:solidFill>
            <a:srgbClr val="023E5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69280" y="39593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</a:rPr>
              <a:t>Dynamic UI data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useState()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Introduction to useState()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[count, setCount] = useState(0);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56032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DF3"/>
                </a:solidFill>
              </a:rPr>
              <a:t>Current state value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DF3"/>
                </a:solidFill>
              </a:rPr>
              <a:t>(readable variable)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2468880"/>
            <a:ext cx="256032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294436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DF3"/>
                </a:solidFill>
              </a:rPr>
              <a:t>Setter function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DF3"/>
                </a:solidFill>
              </a:rPr>
              <a:t>(call to update state)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2468880"/>
            <a:ext cx="256032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C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useState(0)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294436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DF3"/>
                </a:solidFill>
              </a:rPr>
              <a:t>Hook call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DF3"/>
                </a:solidFill>
              </a:rPr>
              <a:t>(0 is the initial value)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40690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7B6"/>
                </a:solidFill>
              </a:rPr>
              <a:t>💡  Array Destructuring: useState() returns an array with 2 items — [currentValue, setterFunction]. We use destructuring to name them clearly.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840480"/>
            <a:ext cx="2560320" cy="256032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 DIVE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Breaking Down useState()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029200" cy="594360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2527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🎣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useState(0)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5361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BD"/>
                </a:solidFill>
              </a:rPr>
              <a:t>Call the Hook with an initial value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8470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5029200" cy="594360"/>
          </a:xfrm>
          <a:prstGeom prst="rect">
            <a:avLst/>
          </a:prstGeom>
          <a:solidFill>
            <a:srgbClr val="023E58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0299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Value  →  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134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BD"/>
                </a:solidFill>
              </a:rPr>
              <a:t>React stores this as the starting state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26243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5029200" cy="594360"/>
          </a:xfrm>
          <a:prstGeom prst="rect">
            <a:avLst/>
          </a:prstGeom>
          <a:solidFill>
            <a:srgbClr val="023E58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8072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090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BD"/>
                </a:solidFill>
              </a:rPr>
              <a:t>Current state value (readable anywhere)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34015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5029200" cy="594360"/>
          </a:xfrm>
          <a:prstGeom prst="rect">
            <a:avLst/>
          </a:prstGeom>
          <a:solidFill>
            <a:srgbClr val="023E58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5844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8679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BD"/>
                </a:solidFill>
              </a:rPr>
              <a:t>Call this to update the state value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41788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5029200" cy="594360"/>
          </a:xfrm>
          <a:prstGeom prst="rect">
            <a:avLst/>
          </a:prstGeom>
          <a:solidFill>
            <a:srgbClr val="023E58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43616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97280" y="4361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Re-renders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645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BD"/>
                </a:solidFill>
              </a:rPr>
              <a:t>React detects change and updates the view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1234440"/>
            <a:ext cx="288036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70448" y="1325880"/>
            <a:ext cx="26609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by step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[count, setCount] = useState(0);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  →  0 (initially)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setCount(5);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  →  5 (updated)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 re-renders automatically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How useState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82880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57784" y="1316736"/>
            <a:ext cx="402336" cy="40233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7784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4984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Component Loads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50008" y="13533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1188720"/>
            <a:ext cx="182880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06624" y="1316736"/>
            <a:ext cx="402336" cy="40233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06624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63824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State Created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98848" y="13533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00600" y="1188720"/>
            <a:ext cx="182880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55464" y="1316736"/>
            <a:ext cx="402336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55464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12664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Button Click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47688" y="13533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49440" y="1188720"/>
            <a:ext cx="182880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04304" y="1316736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04304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61504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setCount() Called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1993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2304288"/>
            <a:ext cx="182880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7784" y="2432304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7784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14984" y="2441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State Changes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50008" y="24688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651760" y="2304288"/>
            <a:ext cx="182880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06624" y="2432304"/>
            <a:ext cx="402336" cy="40233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06624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63824" y="2441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Re-render Triggered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98848" y="24688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C653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00600" y="2304288"/>
            <a:ext cx="182880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55464" y="2432304"/>
            <a:ext cx="402336" cy="40233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55464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12664" y="2441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UI Updates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154680"/>
            <a:ext cx="50292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6928" y="3246120"/>
            <a:ext cx="4809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onClick={() =&gt; setCount(count + 1)}&gt;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Clicked: {count}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69280" y="3154680"/>
            <a:ext cx="3017520" cy="19202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0644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Key Concept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806440" y="3621024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Every time setCount() is called, React schedules a re-render. The component function runs again with the new state value, and the UI reflects the change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840480"/>
            <a:ext cx="2560320" cy="256032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RENDERING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React Rendering Process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840480" cy="822960"/>
          </a:xfrm>
          <a:prstGeom prst="rect">
            <a:avLst/>
          </a:prstGeom>
          <a:solidFill>
            <a:srgbClr val="023E5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548640" cy="548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1872" y="1298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Render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React calls your component function and builds a virtual tree.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3840480" cy="822960"/>
          </a:xfrm>
          <a:prstGeom prst="rect">
            <a:avLst/>
          </a:prstGeom>
          <a:solidFill>
            <a:srgbClr val="023E5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359152"/>
            <a:ext cx="548640" cy="548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Re-render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72" y="25877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Happens when state or props change — React re-runs the function.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09544"/>
            <a:ext cx="3840480" cy="822960"/>
          </a:xfrm>
          <a:prstGeom prst="rect">
            <a:avLst/>
          </a:prstGeom>
          <a:solidFill>
            <a:srgbClr val="023E58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3346704"/>
            <a:ext cx="548640" cy="548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61872" y="32735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UI Update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61872" y="35753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Only the changed parts of the real DOM are actually updated.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1078992"/>
            <a:ext cx="4114800" cy="3657600"/>
          </a:xfrm>
          <a:prstGeom prst="rect">
            <a:avLst/>
          </a:prstGeom>
          <a:solidFill>
            <a:srgbClr val="091929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11521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Virtual DOM Flowchart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572768"/>
            <a:ext cx="361188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159105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</a:rPr>
              <a:t>State Changes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167128"/>
            <a:ext cx="361188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218541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</a:rPr>
              <a:t>New Virtual DOM Created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09360" y="26060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2761488"/>
            <a:ext cx="361188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27797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</a:rPr>
              <a:t>Diffing Algorithm Compares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09360" y="3200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355848"/>
            <a:ext cx="361188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37413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C653"/>
                </a:solidFill>
              </a:rPr>
              <a:t>Only Changed Nodes Updated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09360" y="37947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3950208"/>
            <a:ext cx="361188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396849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C653"/>
                </a:solidFill>
              </a:rPr>
              <a:t>Real DOM Patched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EVENT HANDLING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Event Handling in React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344168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🖱️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1872" y="1261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onClick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15727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Most common event. Fires when the user clicks a button, div, or any element.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411480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2368296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368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➡️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2286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Arrow Function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61872" y="25968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Used inside JSX so the function is not called immediately on render — only on click.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411480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3392424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392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3310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Event Flow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36210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User action → event fires → handler runs → state updates → UI re-renders.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393192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1280160"/>
            <a:ext cx="37124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Correct — arrow function wrapper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onClick={() =&gt; setCount(count + 1)}&gt;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Increment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Wrong — called immediately on render!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onClick={setCount(count + 1)}&gt;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Increment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279392"/>
            <a:ext cx="822960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4315968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💡  Why arrow functions?  Writing  onClick={setCount(count+1)}  runs the function during render, not on click. Wrapping it in  () =&gt;  delays execution until the click happens.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840480"/>
            <a:ext cx="2560320" cy="256032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Counter Application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39496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261872"/>
            <a:ext cx="517550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   // ① Initial state = 0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&lt;h2&gt;Count: {count}&lt;/h2&gt;              {/* ② Display current state */}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onClick={() =&gt; setCount(count + 1)}&gt;  {/* ③ Increment */}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➕ Increment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onClick={() =&gt; setCount(count - 1)}&gt;  {/* ④ Decrement */}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➖ Decrement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onClick={() =&gt; setCount(0)}&gt;           {/* ⑤ Reset */}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🔄 Reset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35040" y="12344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12893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Initial state value is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18288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Destructure [value, setter] pair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4231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478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{count} displays current state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30175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0723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setCount(count+1) increments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36118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666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setCount(count-1) decrements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42062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2611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setCount(0) resets to zero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Rules of Hooks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3075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Functional Components Only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6733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Hooks can only be used inside Functional Components — not in regular JavaScript functions, class methods, or outside React.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118872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2926080"/>
            <a:ext cx="640080" cy="6400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7249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7B6"/>
                </a:solidFill>
              </a:rPr>
              <a:t>State for Functional Components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09067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Before Hooks, only Class Components could manage state. Hooks like useState() bring that power to simpler Functional Components.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📋  Trainer Note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51713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The official React documentation includes additional rules — e.g. "Don't call Hooks inside loops or conditions." These are important but beyond today's source material. Mention them and point students to the official React docs for the full list.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840480"/>
            <a:ext cx="2560320" cy="256032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COMMON MISTAKES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Common Mistakes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77640" cy="1600200"/>
          </a:xfrm>
          <a:prstGeom prst="rect">
            <a:avLst/>
          </a:prstGeom>
          <a:solidFill>
            <a:srgbClr val="100A0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243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</a:rPr>
              <a:t>❌ Direct State Mutation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572768"/>
            <a:ext cx="3749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664208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count + 1;    // ❌ mutating directly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setCount(count + 1);  // ✅ use setter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3977640" cy="1600200"/>
          </a:xfrm>
          <a:prstGeom prst="rect">
            <a:avLst/>
          </a:prstGeom>
          <a:solidFill>
            <a:srgbClr val="100A0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243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</a:rPr>
              <a:t>❌ Missing Import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572768"/>
            <a:ext cx="3749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1664208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[x, setX] = useState(0); // ❌ no import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 // 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100A0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0723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</a:rPr>
              <a:t>❌ Calling Setter Without Function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3749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3493008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onClick={setCount(count+1)}&gt; // ❌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onClick={() =&gt; setCount(count+1)}&gt; // ✅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3017520"/>
            <a:ext cx="3977640" cy="1600200"/>
          </a:xfrm>
          <a:prstGeom prst="rect">
            <a:avLst/>
          </a:prstGeom>
          <a:solidFill>
            <a:srgbClr val="100A0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30723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</a:rPr>
              <a:t>❌ Infinite Rendering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3401568"/>
            <a:ext cx="3749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3493008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setCount(count+1); // ❌ in component body!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setCount(count+1); // ✅ inside event handler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WORLD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Real World Applications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1463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344168"/>
            <a:ext cx="694944" cy="69494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3441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4752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</a:rPr>
              <a:t>Login 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170078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Track whether user is logged in or not. Show/hide dashboard based on auth state.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1463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64608" y="1344168"/>
            <a:ext cx="694944" cy="69494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13441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❤️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42432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</a:rPr>
              <a:t>Like Button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42432" y="170078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Toggle liked/unliked state on posts. Update like count dynamically.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840480" cy="1463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" y="3035808"/>
            <a:ext cx="694944" cy="69494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0358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44752" y="3017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</a:rPr>
              <a:t>Purchase Button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44752" y="33924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Add to cart functionality. Update cart count state on each click.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3840480" cy="1463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64608" y="3035808"/>
            <a:ext cx="694944" cy="69494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4608" y="30358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42432" y="3017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</a:rPr>
              <a:t>Password Validation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42432" y="33924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Validate password as user types. Show strength indicator and match status.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462686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📋  Note: Advanced examples like Theme Toggle and Todo App involve additional concepts and are covered in upcoming sessions.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840480"/>
            <a:ext cx="2560320" cy="256032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0108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TASK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2844" y="557489"/>
            <a:ext cx="8502446" cy="4243111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198" y="941685"/>
            <a:ext cx="7595419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1: NAME PREVIEW USING </a:t>
            </a:r>
            <a:r>
              <a:rPr lang="en-US" b="1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endParaRPr lang="en-US" sz="1600" b="1" i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the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Hook updates the UI based on user input.</a:t>
            </a:r>
          </a:p>
          <a:p>
            <a:r>
              <a:rPr lang="en-US" sz="1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input field to enter a name.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the input value using the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Hook.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the entered name in the following format: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Hello, Raju!</a:t>
            </a:r>
          </a:p>
          <a:p>
            <a:pPr lvl="0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  If the input field is empty, display: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Hello, Guest!</a:t>
            </a:r>
          </a:p>
          <a:p>
            <a:r>
              <a:rPr lang="en-US" sz="1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Concepts Covered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Controlled Components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onChange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Rendering</a:t>
            </a:r>
          </a:p>
          <a:p>
            <a:pPr marL="0" indent="0" algn="ctr"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A917EA-768C-6A1E-464C-A95A6D383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F2CCAB-3401-E40D-5F0E-2E48AA6F62BF}"/>
              </a:ext>
            </a:extLst>
          </p:cNvPr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1125228-6C10-5EAB-7909-C0F963E0D51F}"/>
              </a:ext>
            </a:extLst>
          </p:cNvPr>
          <p:cNvSpPr/>
          <p:nvPr/>
        </p:nvSpPr>
        <p:spPr>
          <a:xfrm>
            <a:off x="7132320" y="3840480"/>
            <a:ext cx="2560320" cy="256032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407015-E80F-2693-D812-FC04E7B41793}"/>
              </a:ext>
            </a:extLst>
          </p:cNvPr>
          <p:cNvSpPr/>
          <p:nvPr/>
        </p:nvSpPr>
        <p:spPr>
          <a:xfrm>
            <a:off x="140108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TASK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86FAB60-4A25-6DFB-81E1-074B0FA6B78E}"/>
              </a:ext>
            </a:extLst>
          </p:cNvPr>
          <p:cNvSpPr/>
          <p:nvPr/>
        </p:nvSpPr>
        <p:spPr>
          <a:xfrm>
            <a:off x="272844" y="557489"/>
            <a:ext cx="8502446" cy="4243111"/>
          </a:xfrm>
          <a:prstGeom prst="rect">
            <a:avLst/>
          </a:prstGeom>
          <a:solidFill>
            <a:srgbClr val="023E5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05B828-46D7-9679-58ED-3CF9A5D42E2A}"/>
              </a:ext>
            </a:extLst>
          </p:cNvPr>
          <p:cNvSpPr/>
          <p:nvPr/>
        </p:nvSpPr>
        <p:spPr>
          <a:xfrm>
            <a:off x="457198" y="886820"/>
            <a:ext cx="7595419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2: Theme Toggle using </a:t>
            </a:r>
            <a:r>
              <a:rPr lang="en-US" b="1" i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endParaRPr lang="en-US" b="1" i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 how state can be used to dynamically update the user interface.</a:t>
            </a:r>
          </a:p>
          <a:p>
            <a:r>
              <a:rPr 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button with the initial label:  Light Mode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button click: 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the button label to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 Mode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the background color 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the text color 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Clicking the button again should toggle back to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Mode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Concepts Covered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 State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Rendering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Styling</a:t>
            </a:r>
          </a:p>
        </p:txBody>
      </p:sp>
    </p:spTree>
    <p:extLst>
      <p:ext uri="{BB962C8B-B14F-4D97-AF65-F5344CB8AC3E}">
        <p14:creationId xmlns:p14="http://schemas.microsoft.com/office/powerpoint/2010/main" val="2462291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840480"/>
            <a:ext cx="2560320" cy="2560320"/>
          </a:xfrm>
          <a:prstGeom prst="ellipse">
            <a:avLst/>
          </a:prstGeom>
          <a:solidFill>
            <a:srgbClr val="023E58">
              <a:alpha val="70000"/>
            </a:srgbClr>
          </a:solidFill>
          <a:ln w="12700">
            <a:solidFill>
              <a:srgbClr val="023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8710" y="19248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</a:rPr>
              <a:t>THANK YOU 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</a:rPr>
              <a:t>Great work today! 🎉 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1653</Words>
  <Application>Microsoft Office PowerPoint</Application>
  <PresentationFormat>On-screen Show (16:9)</PresentationFormat>
  <Paragraphs>386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Rajesh A</cp:lastModifiedBy>
  <cp:revision>3</cp:revision>
  <dcterms:created xsi:type="dcterms:W3CDTF">2026-07-26T06:48:32Z</dcterms:created>
  <dcterms:modified xsi:type="dcterms:W3CDTF">2026-07-28T09:45:11Z</dcterms:modified>
</cp:coreProperties>
</file>