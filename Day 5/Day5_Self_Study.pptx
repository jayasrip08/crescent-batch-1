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411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Self-study asset. GradeVault Analytics is a brand new project extending Day 4's GradeVault, distinct from Day 3's CampusLib.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114800" cy="4114800"/>
          </a:xfrm>
          <a:prstGeom prst="ellipse">
            <a:avLst/>
          </a:prstGeom>
          <a:solidFill>
            <a:srgbClr val="4950BC">
              <a:alpha val="3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-1280160" y="4206240"/>
            <a:ext cx="3840480" cy="3840480"/>
          </a:xfrm>
          <a:prstGeom prst="ellipse">
            <a:avLst/>
          </a:prstGeom>
          <a:solidFill>
            <a:srgbClr val="E8912B">
              <a:alpha val="20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Shape 2"/>
          <p:cNvSpPr/>
          <p:nvPr/>
        </p:nvSpPr>
        <p:spPr>
          <a:xfrm>
            <a:off x="548640" y="685800"/>
            <a:ext cx="1828800" cy="384048"/>
          </a:xfrm>
          <a:prstGeom prst="roundRect">
            <a:avLst>
              <a:gd name="adj" fmla="val 19048"/>
            </a:avLst>
          </a:prstGeom>
          <a:solidFill>
            <a:srgbClr val="6B6FD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5" name="Text 3"/>
          <p:cNvSpPr/>
          <p:nvPr/>
        </p:nvSpPr>
        <p:spPr>
          <a:xfrm>
            <a:off x="548640" y="68580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91440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5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Basics — From Data to Real Computation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503920" cy="502920"/>
          </a:xfrm>
          <a:prstGeom prst="roundRect">
            <a:avLst>
              <a:gd name="adj" fmla="val 14545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777240" y="36118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Today's build: FitTrack Analytics — a brand-new NumPy weekly report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4297680"/>
            <a:ext cx="7498080" cy="777240"/>
          </a:xfrm>
          <a:prstGeom prst="roundRect">
            <a:avLst>
              <a:gd name="adj" fmla="val 9412"/>
            </a:avLst>
          </a:prstGeom>
          <a:solidFill>
            <a:srgbClr val="342E63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822960" y="4297680"/>
            <a:ext cx="7040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🏫  No live class today — Work through this deck + README at your own pace.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599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Stack AI Developer Program · Innolift Ventures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 + TODAY'S PLAN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Organizing Data to Computing On It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1–4 recap: variables, control flow, functions, modules, file I/O, lists, tuples, dicts, sets.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286000"/>
            <a:ext cx="502920" cy="502920"/>
          </a:xfrm>
          <a:prstGeom prst="ellipse">
            <a:avLst/>
          </a:prstGeom>
          <a:solidFill>
            <a:srgbClr val="FCE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54864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🔢</a:t>
            </a:r>
            <a:endParaRPr lang="en-US" sz="1430" dirty="0"/>
          </a:p>
        </p:txBody>
      </p:sp>
      <p:sp>
        <p:nvSpPr>
          <p:cNvPr id="8" name="Text 6"/>
          <p:cNvSpPr/>
          <p:nvPr/>
        </p:nvSpPr>
        <p:spPr>
          <a:xfrm>
            <a:off x="1280160" y="225856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NumPy Arrays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029200" y="2304288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numerical data type almost every AI framework is built 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2999232"/>
            <a:ext cx="502920" cy="502920"/>
          </a:xfrm>
          <a:prstGeom prst="ellipse">
            <a:avLst/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548640" y="2999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🎯</a:t>
            </a:r>
            <a:endParaRPr lang="en-US" sz="1430" dirty="0"/>
          </a:p>
        </p:txBody>
      </p:sp>
      <p:sp>
        <p:nvSpPr>
          <p:cNvPr id="12" name="Text 10"/>
          <p:cNvSpPr/>
          <p:nvPr/>
        </p:nvSpPr>
        <p:spPr>
          <a:xfrm>
            <a:off x="1280160" y="2971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29200" y="301752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list indexing — now built for speed and scale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3712464"/>
            <a:ext cx="502920" cy="502920"/>
          </a:xfrm>
          <a:prstGeom prst="ellipse">
            <a:avLst/>
          </a:prstGeom>
          <a:solidFill>
            <a:srgbClr val="FCE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548640" y="3712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⚡</a:t>
            </a:r>
            <a:endParaRPr lang="en-US" sz="1430" dirty="0"/>
          </a:p>
        </p:txBody>
      </p:sp>
      <p:sp>
        <p:nvSpPr>
          <p:cNvPr id="16" name="Text 14"/>
          <p:cNvSpPr/>
          <p:nvPr/>
        </p:nvSpPr>
        <p:spPr>
          <a:xfrm>
            <a:off x="1280160" y="36850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5029200" y="3730752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one operation to a whole array at once, no loop needed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4425696"/>
            <a:ext cx="502920" cy="502920"/>
          </a:xfrm>
          <a:prstGeom prst="ellipse">
            <a:avLst/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48640" y="4425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📈</a:t>
            </a:r>
            <a:endParaRPr lang="en-US" sz="1430" dirty="0"/>
          </a:p>
        </p:txBody>
      </p:sp>
      <p:sp>
        <p:nvSpPr>
          <p:cNvPr id="20" name="Text 18"/>
          <p:cNvSpPr/>
          <p:nvPr/>
        </p:nvSpPr>
        <p:spPr>
          <a:xfrm>
            <a:off x="1280160" y="439826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Normalization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029200" y="4443984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max, min — and the 0–1 scaling trick used in real ML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5138928"/>
            <a:ext cx="502920" cy="502920"/>
          </a:xfrm>
          <a:prstGeom prst="ellipse">
            <a:avLst/>
          </a:prstGeom>
          <a:solidFill>
            <a:srgbClr val="FCE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548640" y="5138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🎓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1280160" y="51114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 Analytics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029200" y="5157216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brand-new weekly fitness report built from your own step-count log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CEED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HOOK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Is the Real Starting Line for AI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4 organized your data. Today, your data gets computed on — fast.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9202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82296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2296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🤖</a:t>
            </a:r>
            <a:endParaRPr lang="en-US" sz="1430" dirty="0"/>
          </a:p>
        </p:txBody>
      </p:sp>
      <p:sp>
        <p:nvSpPr>
          <p:cNvPr id="9" name="Text 7"/>
          <p:cNvSpPr/>
          <p:nvPr/>
        </p:nvSpPr>
        <p:spPr>
          <a:xfrm>
            <a:off x="150876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ML framework sits on it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2788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TensorFlow, and scikit-learn all use NumPy-style arrays underneath.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92024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55080" y="219456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55080" y="2194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⚡</a:t>
            </a:r>
            <a:endParaRPr lang="en-US" sz="1430" dirty="0"/>
          </a:p>
        </p:txBody>
      </p:sp>
      <p:sp>
        <p:nvSpPr>
          <p:cNvPr id="14" name="Text 12"/>
          <p:cNvSpPr/>
          <p:nvPr/>
        </p:nvSpPr>
        <p:spPr>
          <a:xfrm>
            <a:off x="7040880" y="217627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10–100x faster than loops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355080" y="278892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crunch huge datasets in a fraction of the time plain Python takes.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📉</a:t>
            </a:r>
            <a:endParaRPr lang="en-US" sz="1430" dirty="0"/>
          </a:p>
        </p:txBody>
      </p:sp>
      <p:sp>
        <p:nvSpPr>
          <p:cNvPr id="19" name="Text 17"/>
          <p:cNvSpPr/>
          <p:nvPr/>
        </p:nvSpPr>
        <p:spPr>
          <a:xfrm>
            <a:off x="1508760" y="42793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Normalization is real ML prep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4892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Scaling values to 0–1 is a genuine preprocessing step you'll reuse on real datasets.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080760" y="4023360"/>
            <a:ext cx="5166360" cy="1828800"/>
          </a:xfrm>
          <a:prstGeom prst="roundRect">
            <a:avLst>
              <a:gd name="adj" fmla="val 4000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6355080" y="4297680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635508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30" dirty="0">
                <a:solidFill>
                  <a:srgbClr val="000000"/>
                </a:solidFill>
              </a:rPr>
              <a:t>🎓</a:t>
            </a:r>
            <a:endParaRPr lang="en-US" sz="1430" dirty="0"/>
          </a:p>
        </p:txBody>
      </p:sp>
      <p:sp>
        <p:nvSpPr>
          <p:cNvPr id="24" name="Text 22"/>
          <p:cNvSpPr/>
          <p:nvPr/>
        </p:nvSpPr>
        <p:spPr>
          <a:xfrm>
            <a:off x="7040880" y="4279392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data gets a real report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355080" y="4892040"/>
            <a:ext cx="4617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week of step counts stops being just numbers — today it becomes a ranked, normalized report.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NumPy, and Creating Arrays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data type built for fast, large-scale number crunching.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560320"/>
          </a:xfrm>
          <a:prstGeom prst="roundRect">
            <a:avLst>
              <a:gd name="adj" fmla="val 2143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779776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026664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np.array([82, 58, 30, 91, 67])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273552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print(scores)   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[82 58 30 91 67]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520440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print(type(scores))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&lt;class 'numpy.ndarray'&gt;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767328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014216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zeros = np.zeros(5)   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array([0.,0.,0.,0.,0.])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261104"/>
            <a:ext cx="105430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counted = np.arange(0, 10, 2)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[0 2 4 6 8]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548640" y="4983480"/>
            <a:ext cx="11091672" cy="1051560"/>
          </a:xfrm>
          <a:prstGeom prst="roundRect">
            <a:avLst>
              <a:gd name="adj" fmla="val 6957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4983480"/>
            <a:ext cx="10543032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Setup:  </a:t>
            </a:r>
            <a:r>
              <a:rPr lang="en-US" sz="13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numpy, then import numpy as np — “np” is the universal shorthand everyone uses.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1 · CONTINUED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Indexing &amp; Slicing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idea as list indexing you already know — plus row/column access for 2D data.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743200"/>
          </a:xfrm>
          <a:prstGeom prst="roundRect">
            <a:avLst>
              <a:gd name="adj" fmla="val 2000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np.array([82, 58, 30, 91, 67])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0720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print(scores[0]) 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82 -&gt; first student's score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0815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print(scores[1:3])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[58 30]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35584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print(scores[-1])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67 -&gt; last item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63016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90448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scores_2d = np.array([[82, 58], [30, 91]])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17880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print(scores_2d[0, 1])  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58 -&gt; row 0, col 1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453128"/>
            <a:ext cx="10543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print(scores_2d.shape)  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(2, 2)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Operations — the Whole Point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operation, applied to every element at once. No loop required.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377440"/>
          </a:xfrm>
          <a:prstGeom prst="roundRect">
            <a:avLst>
              <a:gd name="adj" fmla="val 2308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np.array([82, 58, 30, 91, 67])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289864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22960" y="326440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 + 5)   </a:t>
            </a:r>
            <a:r>
              <a:rPr lang="en-US" sz="1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add 5 bonus marks, no loop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3630168"/>
            <a:ext cx="10543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 * 2)   </a:t>
            </a:r>
            <a:r>
              <a:rPr lang="en-US" sz="140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double every score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48640" y="4754880"/>
            <a:ext cx="11091672" cy="1280160"/>
          </a:xfrm>
          <a:prstGeom prst="roundRect">
            <a:avLst>
              <a:gd name="adj" fmla="val 5714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22960" y="4754880"/>
            <a:ext cx="10543032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to plain Python:  </a:t>
            </a:r>
            <a:r>
              <a:rPr lang="en-US" sz="12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 = [s + 5 for s in scores_list] — works, but needs a full loop just to add 5 to everything.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 · CONTINUED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 &amp; Boolean Masking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methods for summary stats, plus filtering with a condition.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834640"/>
          </a:xfrm>
          <a:prstGeom prst="roundRect">
            <a:avLst>
              <a:gd name="adj" fmla="val 1935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np.array([82, 58, 30, 91, 67])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822960" y="2825496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822960" y="311810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print(scores.mean())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65.6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822960" y="3410712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print(scores.max())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91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822960" y="3703320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print(scores.min()) 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30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822960" y="3995928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" y="4288536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above_avg = scores &gt; scores.mean()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822960" y="4581144"/>
            <a:ext cx="1054303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print(np.sum(above_avg))  </a:t>
            </a:r>
            <a:r>
              <a:rPr lang="en-US" sz="13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3 -&gt; count above average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SOMETHING NEW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NumPy Is 10–100x Faster — Prove It Yourself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fact that makes people take NumPy seriously.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2880360"/>
          </a:xfrm>
          <a:prstGeom prst="roundRect">
            <a:avLst>
              <a:gd name="adj" fmla="val 1905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229514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29514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5568" y="229514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5328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time; size = 1_000_000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7614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python_list = list(range(size)); numpy_array = np.arange(size)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9900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2186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time.time()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4472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result_list = [x * 2 for x in python_list]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36758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print("Python loop:", time.time() - start)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39044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41330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 = time.time()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822960" y="43616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result_array = numpy_array * 2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822960" y="4590288"/>
            <a:ext cx="1054303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print("NumPy vectorized:", time.time() - start)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525780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22960" y="5257800"/>
            <a:ext cx="105430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and compare the two printed times — that gap is the entire reason NumPy exists.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E8912B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FOR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 Analytics — a Real Fitness Report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766560" cy="3931920"/>
          </a:xfrm>
          <a:prstGeom prst="roundRect">
            <a:avLst>
              <a:gd name="adj" fmla="val 1395"/>
            </a:avLst>
          </a:prstGeom>
          <a:solidFill>
            <a:srgbClr val="1E1E2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13232" y="2249424"/>
            <a:ext cx="109728" cy="109728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Shape 6"/>
          <p:cNvSpPr/>
          <p:nvPr/>
        </p:nvSpPr>
        <p:spPr>
          <a:xfrm>
            <a:off x="914400" y="2249424"/>
            <a:ext cx="109728" cy="109728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1115568" y="2249424"/>
            <a:ext cx="109728" cy="109728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822960" y="248716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8A8FA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fittrack_analytics.py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822960" y="287121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325526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 FITTRACK WEEKLY REPORT =====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822960" y="3639312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Monday       | steps: 8500 | activity: 0.72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4023360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Tuesday      | steps: 6200 | activity: 0.00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22960" y="4407408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Wednesday    | steps: 9100 | activity: 1.00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22960" y="4791456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7FB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========================================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22960" y="5175504"/>
            <a:ext cx="6217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E4E4E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 average: </a:t>
            </a:r>
            <a:r>
              <a:rPr lang="en-US" sz="1250" dirty="0">
                <a:solidFill>
                  <a:srgbClr val="F2C9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56.7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52360" y="2286000"/>
            <a:ext cx="42062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brand new build. </a:t>
            </a: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 Analytics reads your own steps_log.txt and ranks your whole week using NumPy.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 Analytics — What You're Building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brand new file that reads your own step log and computes with Day 5's tools.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286000"/>
          <a:ext cx="11091672" cy="274320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367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FILE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FUNCTION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WHAT IT SHOULD DO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grade_analytics.py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read log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Open grades_log.txt safely with try/except FileNotFoundError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grade_analytics.py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parse scores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Loop the log lines, pull out name + score per student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grade_analytics.py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dict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Store results as {name: score} pairs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grade_analytics.py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 array + stats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Convert values to a NumPy array, compute mean/max/min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grade_analytics.py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4950B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normalize + report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72525"/>
                          </a:solidFill>
                        </a:rPr>
                        <a:t>Vectorized 0–1 score per student, printed as a ranked leaderboard</a:t>
                      </a:r>
                      <a:endParaRPr lang="en-US" sz="1100" dirty="0"/>
                    </a:p>
                  </a:txBody>
                  <a:tcPr anchor="ctr">
                    <a:lnL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3E3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48640" y="56235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requirements and starter guidance are in the Day 5 README — Task 5.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SELF-STUDY · 4 REAL-WORLD TASKS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1–4: Small Tools You'll Actually Use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one teaches a NumPy skill through a genuinely useful mini-tool — not just syntax practice.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749808" y="2276856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749808" y="22768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25880" y="2221992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 Bill Calculator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572000" y="2221992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prices * quantities, vectorized — the math behind every billing screen.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953512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749808" y="3081528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749808" y="30815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25880" y="3026664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Temperature Converter Batch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572000" y="3026664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whole week of Celsius readings to Fahrenheit in one line.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758184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49808" y="3886200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749808" y="38862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325880" y="3831336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Curve Applier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0" y="3831336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a curve to a whole class's scores at once — compare mean before/after.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56285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749808" y="4690872"/>
            <a:ext cx="402336" cy="402336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49808" y="4690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25880" y="4636008"/>
            <a:ext cx="32004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Sales Quick Stats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572000" y="4636008"/>
            <a:ext cx="688543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Mean, max, min, total, plus a boolean mask for above-average days.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32918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32918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 · MAIN PROJECT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Build FitTrack Analytics — Budget the Most Time Here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16002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big one — it should take real effort and pulls together everything from Days 1–5.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2103120"/>
            <a:ext cx="6675120" cy="3977640"/>
          </a:xfrm>
          <a:prstGeom prst="roundRect">
            <a:avLst>
              <a:gd name="adj" fmla="val 1839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68680" y="2267712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fittrack_analytics.py must include: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68680" y="26883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868680" y="2688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70432" y="2615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steps_log.txt safely with try/except FileNotFoundError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868680" y="31455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868680" y="3145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70432" y="30723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each line into a {day: steps} dictionary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68680" y="36027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868680" y="36027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70432" y="35295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values to a NumPy array; compute mean/max/min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68680" y="40599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Text 16"/>
          <p:cNvSpPr/>
          <p:nvPr/>
        </p:nvSpPr>
        <p:spPr>
          <a:xfrm>
            <a:off x="868680" y="40599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70432" y="39867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Vectorized normalization to a 0–1 activity score per day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868680" y="45171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Text 19"/>
          <p:cNvSpPr/>
          <p:nvPr/>
        </p:nvSpPr>
        <p:spPr>
          <a:xfrm>
            <a:off x="868680" y="45171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70432" y="44439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goal_rate() — % of days hitting 8,000+ steps, using a boolean mask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868680" y="49743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Text 22"/>
          <p:cNvSpPr/>
          <p:nvPr/>
        </p:nvSpPr>
        <p:spPr>
          <a:xfrm>
            <a:off x="868680" y="49743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70432" y="49011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most/least active day by name via np.argmax() / np.argmin()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68680" y="5431536"/>
            <a:ext cx="182880" cy="182880"/>
          </a:xfrm>
          <a:prstGeom prst="ellipse">
            <a:avLst/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7" name="Text 25"/>
          <p:cNvSpPr/>
          <p:nvPr/>
        </p:nvSpPr>
        <p:spPr>
          <a:xfrm>
            <a:off x="868680" y="543153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✓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70432" y="535838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week ranked highest to lowest via np.argsort()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315200" y="2103120"/>
            <a:ext cx="4325112" cy="3977640"/>
          </a:xfrm>
          <a:prstGeom prst="roundRect">
            <a:avLst>
              <a:gd name="adj" fmla="val 1839"/>
            </a:avLst>
          </a:prstGeom>
          <a:solidFill>
            <a:srgbClr val="1E276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0" name="Text 28"/>
          <p:cNvSpPr/>
          <p:nvPr/>
        </p:nvSpPr>
        <p:spPr>
          <a:xfrm>
            <a:off x="7589520" y="233172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🌟  Bonus Challenge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7589520" y="2788920"/>
            <a:ext cx="3794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speed-comparison experiment from the “Something New” slide and print how many times faster NumPy was, e.g. “NumPy was 8.3x faster.”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7589520" y="4709160"/>
            <a:ext cx="3794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B8BB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at least 5 comments — especially around goal_rate() and the argsort() ranking logic.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FBE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GET STUCK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Mistakes — Fixed Fast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2296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➖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444752" y="23225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Divide-by-zero in normalize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22960" y="2880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every day has the same step count, max − min is 0.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82296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scores.max() != scores.min() before dividing.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080760" y="210312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Shape 10"/>
          <p:cNvSpPr/>
          <p:nvPr/>
        </p:nvSpPr>
        <p:spPr>
          <a:xfrm>
            <a:off x="6355080" y="233172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3" name="Text 11"/>
          <p:cNvSpPr/>
          <p:nvPr/>
        </p:nvSpPr>
        <p:spPr>
          <a:xfrm>
            <a:off x="635508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🔢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976872" y="232257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Integer array surprises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np.array([1,2,3]) / 2 might not behave like you expect on old NumPy.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6355080" y="333756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NumPy returns floats automatically — print the dtype to check.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41148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822960" y="434340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82296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📁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444752" y="4334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FileNotFoundError</a:t>
            </a:r>
            <a:endParaRPr lang="en-US" sz="1450" dirty="0"/>
          </a:p>
        </p:txBody>
      </p:sp>
      <p:sp>
        <p:nvSpPr>
          <p:cNvPr id="21" name="Text 19"/>
          <p:cNvSpPr/>
          <p:nvPr/>
        </p:nvSpPr>
        <p:spPr>
          <a:xfrm>
            <a:off x="822960" y="4892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steps_log.txt doesn't exist yet if you haven't created it.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822960" y="5349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the open() in try/except and handle the empty case.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080760" y="4114800"/>
            <a:ext cx="5166360" cy="1783080"/>
          </a:xfrm>
          <a:prstGeom prst="roundRect">
            <a:avLst>
              <a:gd name="adj" fmla="val 4103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4" name="Shape 22"/>
          <p:cNvSpPr/>
          <p:nvPr/>
        </p:nvSpPr>
        <p:spPr>
          <a:xfrm>
            <a:off x="6355080" y="4343400"/>
            <a:ext cx="457200" cy="457200"/>
          </a:xfrm>
          <a:prstGeom prst="ellipse">
            <a:avLst/>
          </a:prstGeom>
          <a:solidFill>
            <a:srgbClr val="FBEAEA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5" name="Text 23"/>
          <p:cNvSpPr/>
          <p:nvPr/>
        </p:nvSpPr>
        <p:spPr>
          <a:xfrm>
            <a:off x="6355080" y="4343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00000"/>
                </a:solidFill>
              </a:rPr>
              <a:t>🔁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76872" y="433425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Looping instead of vectorizing</a:t>
            </a:r>
            <a:endParaRPr lang="en-US" sz="1450" dirty="0"/>
          </a:p>
        </p:txBody>
      </p:sp>
      <p:sp>
        <p:nvSpPr>
          <p:cNvPr id="27" name="Text 25"/>
          <p:cNvSpPr/>
          <p:nvPr/>
        </p:nvSpPr>
        <p:spPr>
          <a:xfrm>
            <a:off x="6355080" y="4892040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a for loop to add 5 to every array item.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355080" y="53492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b="1" dirty="0">
                <a:solidFill>
                  <a:srgbClr val="2F9E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150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you're looping over a NumPy array for simple math, there's a vectorized way — look for it.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DADBF1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95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WRAP-UP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Submit Today's Work – A total of 5 tasks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777240" y="226771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777240" y="22677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217627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your files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754880" y="217627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grocery_bill.py, temp_converter.py, curve_applier.py, sales_stats.py + fittrack_analytics.py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06324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1" name="Shape 9"/>
          <p:cNvSpPr/>
          <p:nvPr/>
        </p:nvSpPr>
        <p:spPr>
          <a:xfrm>
            <a:off x="777240" y="322783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777240" y="3227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371600" y="313639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it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313639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fittrack_analytics.py running — full ranked report, goal_rate(), most/least active day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402336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5F5F7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6" name="Shape 14"/>
          <p:cNvSpPr/>
          <p:nvPr/>
        </p:nvSpPr>
        <p:spPr>
          <a:xfrm>
            <a:off x="777240" y="418795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17" name="Text 15"/>
          <p:cNvSpPr/>
          <p:nvPr/>
        </p:nvSpPr>
        <p:spPr>
          <a:xfrm>
            <a:off x="777240" y="41879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71600" y="409651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your report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754880" y="409651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today's entry to your single running Daily Task Submission Report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48640" y="498348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777240" y="5148072"/>
            <a:ext cx="411480" cy="411480"/>
          </a:xfrm>
          <a:prstGeom prst="ellipse">
            <a:avLst/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22" name="Text 20"/>
          <p:cNvSpPr/>
          <p:nvPr/>
        </p:nvSpPr>
        <p:spPr>
          <a:xfrm>
            <a:off x="777240" y="51480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371600" y="5056632"/>
            <a:ext cx="3291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7252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whenever ready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4754880" y="5056632"/>
            <a:ext cx="6766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before 5c in </a:t>
            </a:r>
            <a:r>
              <a:rPr lang="en-US" sz="1250" dirty="0" err="1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Innodesk</a:t>
            </a:r>
            <a:r>
              <a:rPr lang="en-US" sz="12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3840480"/>
            <a:ext cx="4572000" cy="4572000"/>
          </a:xfrm>
          <a:prstGeom prst="ellipse">
            <a:avLst/>
          </a:prstGeom>
          <a:solidFill>
            <a:srgbClr val="4950BC">
              <a:alpha val="25000"/>
            </a:srgbClr>
          </a:solidFill>
          <a:ln/>
        </p:spPr>
        <p:txBody>
          <a:bodyPr/>
          <a:lstStyle/>
          <a:p>
            <a:endParaRPr/>
          </a:p>
        </p:txBody>
      </p:sp>
      <p:sp>
        <p:nvSpPr>
          <p:cNvPr id="3" name="Shape 1"/>
          <p:cNvSpPr/>
          <p:nvPr/>
        </p:nvSpPr>
        <p:spPr>
          <a:xfrm>
            <a:off x="548640" y="457200"/>
            <a:ext cx="2377440" cy="347472"/>
          </a:xfrm>
          <a:prstGeom prst="roundRect">
            <a:avLst>
              <a:gd name="adj" fmla="val 21053"/>
            </a:avLst>
          </a:prstGeom>
          <a:solidFill>
            <a:srgbClr val="2F9E44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4" name="Text 2"/>
          <p:cNvSpPr/>
          <p:nvPr/>
        </p:nvSpPr>
        <p:spPr>
          <a:xfrm>
            <a:off x="548640" y="457200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WORK TODAY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18872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Self-Study Days, Two Brand New Builds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8869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DADB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organize data like a programmer and compute on it like a data scientist — normalization, vectorization, stats. GradeVault and FitTrack Analytics are both entirely your own builds.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3200400"/>
            <a:ext cx="7863840" cy="1188720"/>
          </a:xfrm>
          <a:prstGeom prst="roundRect">
            <a:avLst>
              <a:gd name="adj" fmla="val 6154"/>
            </a:avLst>
          </a:prstGeom>
          <a:solidFill>
            <a:srgbClr val="4950B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868680" y="33649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E891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🔜  Next Live Class — Day 6: Pandas Basics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68680" y="3749040"/>
            <a:ext cx="7223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DataFrames, reading CSVs, and cleaning real tabular data.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FAFA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INNOLIFT VENTURES  ·  FULL STACK AI DEVELOPER PROGRAM  ·  PHASE 01 · DAY 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1893</Words>
  <Application>Microsoft Office PowerPoint</Application>
  <PresentationFormat>Widescreen</PresentationFormat>
  <Paragraphs>222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Innolift Ventures</dc:creator>
  <cp:lastModifiedBy>Jaya sri</cp:lastModifiedBy>
  <cp:revision>4</cp:revision>
  <dcterms:created xsi:type="dcterms:W3CDTF">2026-07-03T15:52:53Z</dcterms:created>
  <dcterms:modified xsi:type="dcterms:W3CDTF">2026-07-04T17:29:23Z</dcterms:modified>
</cp:coreProperties>
</file>